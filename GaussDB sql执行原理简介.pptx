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63" r:id="rId3"/>
    <p:sldMasterId id="2147483688" r:id="rId4"/>
    <p:sldMasterId id="2147483670" r:id="rId5"/>
    <p:sldMasterId id="2147483684" r:id="rId6"/>
  </p:sldMasterIdLst>
  <p:notesMasterIdLst>
    <p:notesMasterId r:id="rId46"/>
  </p:notesMasterIdLst>
  <p:sldIdLst>
    <p:sldId id="336" r:id="rId7"/>
    <p:sldId id="451" r:id="rId8"/>
    <p:sldId id="388" r:id="rId9"/>
    <p:sldId id="16768929" r:id="rId10"/>
    <p:sldId id="604" r:id="rId11"/>
    <p:sldId id="16768930" r:id="rId12"/>
    <p:sldId id="16768931" r:id="rId13"/>
    <p:sldId id="16768932" r:id="rId14"/>
    <p:sldId id="16768933" r:id="rId15"/>
    <p:sldId id="16768934" r:id="rId16"/>
    <p:sldId id="16768935" r:id="rId17"/>
    <p:sldId id="16768936" r:id="rId18"/>
    <p:sldId id="16768937" r:id="rId19"/>
    <p:sldId id="16768938" r:id="rId20"/>
    <p:sldId id="16768940" r:id="rId21"/>
    <p:sldId id="16768939" r:id="rId22"/>
    <p:sldId id="16768941" r:id="rId23"/>
    <p:sldId id="16768942" r:id="rId24"/>
    <p:sldId id="16768943" r:id="rId25"/>
    <p:sldId id="16768944" r:id="rId26"/>
    <p:sldId id="16768945" r:id="rId27"/>
    <p:sldId id="16768946" r:id="rId28"/>
    <p:sldId id="16768947" r:id="rId29"/>
    <p:sldId id="16768948" r:id="rId30"/>
    <p:sldId id="16768949" r:id="rId31"/>
    <p:sldId id="16768950" r:id="rId32"/>
    <p:sldId id="16768951" r:id="rId33"/>
    <p:sldId id="16768952" r:id="rId34"/>
    <p:sldId id="16768953" r:id="rId35"/>
    <p:sldId id="16768954" r:id="rId36"/>
    <p:sldId id="16768955" r:id="rId37"/>
    <p:sldId id="16768956" r:id="rId38"/>
    <p:sldId id="16768957" r:id="rId39"/>
    <p:sldId id="16768958" r:id="rId40"/>
    <p:sldId id="16768959" r:id="rId41"/>
    <p:sldId id="16768960" r:id="rId42"/>
    <p:sldId id="16768961" r:id="rId43"/>
    <p:sldId id="16768962" r:id="rId44"/>
    <p:sldId id="278" r:id="rId45"/>
  </p:sldIdLst>
  <p:sldSz cx="14400213" cy="8099425"/>
  <p:notesSz cx="6858000" cy="9144000"/>
  <p:defaultTextStyle>
    <a:defPPr>
      <a:defRPr lang="en-US"/>
    </a:defPPr>
    <a:lvl1pPr marL="0" algn="l" defTabSz="864235" rtl="0" eaLnBrk="1" latinLnBrk="0" hangingPunct="1">
      <a:defRPr sz="1700" kern="1200">
        <a:solidFill>
          <a:schemeClr val="tx1"/>
        </a:solidFill>
        <a:latin typeface="+mn-lt"/>
        <a:ea typeface="+mn-ea"/>
        <a:cs typeface="+mn-cs"/>
      </a:defRPr>
    </a:lvl1pPr>
    <a:lvl2pPr marL="431800" algn="l" defTabSz="864235" rtl="0" eaLnBrk="1" latinLnBrk="0" hangingPunct="1">
      <a:defRPr sz="1700" kern="1200">
        <a:solidFill>
          <a:schemeClr val="tx1"/>
        </a:solidFill>
        <a:latin typeface="+mn-lt"/>
        <a:ea typeface="+mn-ea"/>
        <a:cs typeface="+mn-cs"/>
      </a:defRPr>
    </a:lvl2pPr>
    <a:lvl3pPr marL="864235" algn="l" defTabSz="864235" rtl="0" eaLnBrk="1" latinLnBrk="0" hangingPunct="1">
      <a:defRPr sz="1700" kern="1200">
        <a:solidFill>
          <a:schemeClr val="tx1"/>
        </a:solidFill>
        <a:latin typeface="+mn-lt"/>
        <a:ea typeface="+mn-ea"/>
        <a:cs typeface="+mn-cs"/>
      </a:defRPr>
    </a:lvl3pPr>
    <a:lvl4pPr marL="1296035" algn="l" defTabSz="864235" rtl="0" eaLnBrk="1" latinLnBrk="0" hangingPunct="1">
      <a:defRPr sz="1700" kern="1200">
        <a:solidFill>
          <a:schemeClr val="tx1"/>
        </a:solidFill>
        <a:latin typeface="+mn-lt"/>
        <a:ea typeface="+mn-ea"/>
        <a:cs typeface="+mn-cs"/>
      </a:defRPr>
    </a:lvl4pPr>
    <a:lvl5pPr marL="1727835" algn="l" defTabSz="864235" rtl="0" eaLnBrk="1" latinLnBrk="0" hangingPunct="1">
      <a:defRPr sz="1700" kern="1200">
        <a:solidFill>
          <a:schemeClr val="tx1"/>
        </a:solidFill>
        <a:latin typeface="+mn-lt"/>
        <a:ea typeface="+mn-ea"/>
        <a:cs typeface="+mn-cs"/>
      </a:defRPr>
    </a:lvl5pPr>
    <a:lvl6pPr marL="2160270" algn="l" defTabSz="864235" rtl="0" eaLnBrk="1" latinLnBrk="0" hangingPunct="1">
      <a:defRPr sz="1700" kern="1200">
        <a:solidFill>
          <a:schemeClr val="tx1"/>
        </a:solidFill>
        <a:latin typeface="+mn-lt"/>
        <a:ea typeface="+mn-ea"/>
        <a:cs typeface="+mn-cs"/>
      </a:defRPr>
    </a:lvl6pPr>
    <a:lvl7pPr marL="2592070" algn="l" defTabSz="864235" rtl="0" eaLnBrk="1" latinLnBrk="0" hangingPunct="1">
      <a:defRPr sz="1700" kern="1200">
        <a:solidFill>
          <a:schemeClr val="tx1"/>
        </a:solidFill>
        <a:latin typeface="+mn-lt"/>
        <a:ea typeface="+mn-ea"/>
        <a:cs typeface="+mn-cs"/>
      </a:defRPr>
    </a:lvl7pPr>
    <a:lvl8pPr marL="3023870" algn="l" defTabSz="864235" rtl="0" eaLnBrk="1" latinLnBrk="0" hangingPunct="1">
      <a:defRPr sz="1700" kern="1200">
        <a:solidFill>
          <a:schemeClr val="tx1"/>
        </a:solidFill>
        <a:latin typeface="+mn-lt"/>
        <a:ea typeface="+mn-ea"/>
        <a:cs typeface="+mn-cs"/>
      </a:defRPr>
    </a:lvl8pPr>
    <a:lvl9pPr marL="3456305" algn="l" defTabSz="864235" rtl="0" eaLnBrk="1" latinLnBrk="0" hangingPunct="1">
      <a:defRPr sz="17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D1FF"/>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40" autoAdjust="0"/>
    <p:restoredTop sz="94140" autoAdjust="0"/>
  </p:normalViewPr>
  <p:slideViewPr>
    <p:cSldViewPr snapToGrid="0">
      <p:cViewPr varScale="1">
        <p:scale>
          <a:sx n="73" d="100"/>
          <a:sy n="73" d="100"/>
        </p:scale>
        <p:origin x="465"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viewProps" Target="viewProps.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F1F4-0460-4C8D-83CA-22B65ACFAC48}" type="datetimeFigureOut">
              <a:rPr lang="zh-CN" altLang="en-US" smtClean="0"/>
              <a:t>2025/12/17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168AF5-17DF-47ED-8D75-E14FED2B67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9B328058-29F7-46C6-8D38-03A129804023}" type="slidenum">
              <a:rPr lang="en-US" altLang="zh-CN" smtClean="0">
                <a:solidFill>
                  <a:srgbClr val="000000"/>
                </a:solidFill>
              </a:rPr>
              <a:t>1</a:t>
            </a:fld>
            <a:endParaRPr lang="en-US" altLang="zh-CN">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en-US" altLang="zh-CN" baseline="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620AF-D18C-FCAF-42DA-B30300BD24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E2BFB9-A7C8-DF50-ECB2-57F661680447}"/>
              </a:ext>
            </a:extLst>
          </p:cNvPr>
          <p:cNvSpPr>
            <a:spLocks noGrp="1" noRot="1" noChangeAspect="1"/>
          </p:cNvSpPr>
          <p:nvPr>
            <p:ph type="sldImg"/>
          </p:nvPr>
        </p:nvSpPr>
        <p:spPr>
          <a:xfrm>
            <a:off x="584200" y="765175"/>
            <a:ext cx="5930900" cy="3336925"/>
          </a:xfrm>
        </p:spPr>
      </p:sp>
      <p:sp>
        <p:nvSpPr>
          <p:cNvPr id="3" name="备注占位符 2">
            <a:extLst>
              <a:ext uri="{FF2B5EF4-FFF2-40B4-BE49-F238E27FC236}">
                <a16:creationId xmlns:a16="http://schemas.microsoft.com/office/drawing/2014/main" id="{FCB398DD-D02D-C44D-6BBD-4AECA21B86D4}"/>
              </a:ext>
            </a:extLst>
          </p:cNvPr>
          <p:cNvSpPr>
            <a:spLocks noGrp="1"/>
          </p:cNvSpPr>
          <p:nvPr>
            <p:ph type="body" idx="1"/>
          </p:nvPr>
        </p:nvSpPr>
        <p:spPr/>
        <p:txBody>
          <a:bodyPr/>
          <a:lstStyle/>
          <a:p>
            <a:endParaRPr lang="en-US" altLang="zh-CN" baseline="0" dirty="0"/>
          </a:p>
        </p:txBody>
      </p:sp>
    </p:spTree>
    <p:extLst>
      <p:ext uri="{BB962C8B-B14F-4D97-AF65-F5344CB8AC3E}">
        <p14:creationId xmlns:p14="http://schemas.microsoft.com/office/powerpoint/2010/main" val="7590529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p:sp>
      <p:sp>
        <p:nvSpPr>
          <p:cNvPr id="31747" name="备注占位符 2"/>
          <p:cNvSpPr>
            <a:spLocks noGrp="1" noChangeArrowheads="1"/>
          </p:cNvSpPr>
          <p:nvPr>
            <p:ph type="body" idx="1"/>
          </p:nvPr>
        </p:nvSpPr>
        <p:spPr>
          <a:noFill/>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6D0E485-03BC-4C7F-95B6-3D463191D693}"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84ED5-604C-33E8-8589-34DBA52F919F}"/>
            </a:ext>
          </a:extLst>
        </p:cNvPr>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7636E186-DCEF-60B4-9135-BBA70475A3DE}"/>
              </a:ext>
            </a:extLst>
          </p:cNvPr>
          <p:cNvSpPr>
            <a:spLocks noGrp="1" noRot="1" noChangeAspect="1" noChangeArrowheads="1" noTextEdit="1"/>
          </p:cNvSpPr>
          <p:nvPr>
            <p:ph type="sldImg"/>
          </p:nvPr>
        </p:nvSpPr>
        <p:spPr/>
      </p:sp>
      <p:sp>
        <p:nvSpPr>
          <p:cNvPr id="31747" name="备注占位符 2">
            <a:extLst>
              <a:ext uri="{FF2B5EF4-FFF2-40B4-BE49-F238E27FC236}">
                <a16:creationId xmlns:a16="http://schemas.microsoft.com/office/drawing/2014/main" id="{1330ACC5-826B-6946-A6EF-9BD00084541B}"/>
              </a:ext>
            </a:extLst>
          </p:cNvPr>
          <p:cNvSpPr>
            <a:spLocks noGrp="1" noChangeArrowheads="1"/>
          </p:cNvSpPr>
          <p:nvPr>
            <p:ph type="body" idx="1"/>
          </p:nvPr>
        </p:nvSpPr>
        <p:spPr>
          <a:noFill/>
        </p:spPr>
        <p:txBody>
          <a:bodyPr/>
          <a:lstStyle/>
          <a:p>
            <a:endParaRPr lang="zh-CN" altLang="en-US" dirty="0"/>
          </a:p>
        </p:txBody>
      </p:sp>
      <p:sp>
        <p:nvSpPr>
          <p:cNvPr id="4" name="灯片编号占位符 3">
            <a:extLst>
              <a:ext uri="{FF2B5EF4-FFF2-40B4-BE49-F238E27FC236}">
                <a16:creationId xmlns:a16="http://schemas.microsoft.com/office/drawing/2014/main" id="{1F695C00-913C-8F4A-E76E-D7BDA331EFFD}"/>
              </a:ext>
            </a:extLst>
          </p:cNvPr>
          <p:cNvSpPr>
            <a:spLocks noGrp="1"/>
          </p:cNvSpPr>
          <p:nvPr>
            <p:ph type="sldNum" sz="quarter" idx="5"/>
          </p:nvPr>
        </p:nvSpPr>
        <p:spPr/>
        <p:txBody>
          <a:bodyPr/>
          <a:lstStyle/>
          <a:p>
            <a:pPr>
              <a:defRPr/>
            </a:pPr>
            <a:fld id="{86D0E485-03BC-4C7F-95B6-3D463191D693}" type="slidenum">
              <a:rPr lang="zh-CN" altLang="en-US" smtClean="0"/>
              <a:t>6</a:t>
            </a:fld>
            <a:endParaRPr lang="zh-CN" altLang="en-US"/>
          </a:p>
        </p:txBody>
      </p:sp>
    </p:spTree>
    <p:extLst>
      <p:ext uri="{BB962C8B-B14F-4D97-AF65-F5344CB8AC3E}">
        <p14:creationId xmlns:p14="http://schemas.microsoft.com/office/powerpoint/2010/main" val="2412329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B385C-D849-B002-5B47-11B316D20041}"/>
            </a:ext>
          </a:extLst>
        </p:cNvPr>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1BF31F7D-CC7A-0033-03A1-D6CC30E61003}"/>
              </a:ext>
            </a:extLst>
          </p:cNvPr>
          <p:cNvSpPr>
            <a:spLocks noGrp="1" noRot="1" noChangeAspect="1" noChangeArrowheads="1" noTextEdit="1"/>
          </p:cNvSpPr>
          <p:nvPr>
            <p:ph type="sldImg"/>
          </p:nvPr>
        </p:nvSpPr>
        <p:spPr/>
      </p:sp>
      <p:sp>
        <p:nvSpPr>
          <p:cNvPr id="31747" name="备注占位符 2">
            <a:extLst>
              <a:ext uri="{FF2B5EF4-FFF2-40B4-BE49-F238E27FC236}">
                <a16:creationId xmlns:a16="http://schemas.microsoft.com/office/drawing/2014/main" id="{AE643F1F-F906-CA2A-AB92-F10883A4657B}"/>
              </a:ext>
            </a:extLst>
          </p:cNvPr>
          <p:cNvSpPr>
            <a:spLocks noGrp="1" noChangeArrowheads="1"/>
          </p:cNvSpPr>
          <p:nvPr>
            <p:ph type="body" idx="1"/>
          </p:nvPr>
        </p:nvSpPr>
        <p:spPr>
          <a:noFill/>
        </p:spPr>
        <p:txBody>
          <a:bodyPr/>
          <a:lstStyle/>
          <a:p>
            <a:endParaRPr lang="zh-CN" altLang="en-US" dirty="0"/>
          </a:p>
        </p:txBody>
      </p:sp>
      <p:sp>
        <p:nvSpPr>
          <p:cNvPr id="4" name="灯片编号占位符 3">
            <a:extLst>
              <a:ext uri="{FF2B5EF4-FFF2-40B4-BE49-F238E27FC236}">
                <a16:creationId xmlns:a16="http://schemas.microsoft.com/office/drawing/2014/main" id="{13A1E19E-B12D-13B1-D1A7-4F6A4C576B94}"/>
              </a:ext>
            </a:extLst>
          </p:cNvPr>
          <p:cNvSpPr>
            <a:spLocks noGrp="1"/>
          </p:cNvSpPr>
          <p:nvPr>
            <p:ph type="sldNum" sz="quarter" idx="5"/>
          </p:nvPr>
        </p:nvSpPr>
        <p:spPr/>
        <p:txBody>
          <a:bodyPr/>
          <a:lstStyle/>
          <a:p>
            <a:pPr>
              <a:defRPr/>
            </a:pPr>
            <a:fld id="{86D0E485-03BC-4C7F-95B6-3D463191D693}" type="slidenum">
              <a:rPr lang="zh-CN" altLang="en-US" smtClean="0"/>
              <a:t>7</a:t>
            </a:fld>
            <a:endParaRPr lang="zh-CN" altLang="en-US"/>
          </a:p>
        </p:txBody>
      </p:sp>
    </p:spTree>
    <p:extLst>
      <p:ext uri="{BB962C8B-B14F-4D97-AF65-F5344CB8AC3E}">
        <p14:creationId xmlns:p14="http://schemas.microsoft.com/office/powerpoint/2010/main" val="1704094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F8A63-A61B-15EA-BDE4-42457E68A71D}"/>
            </a:ext>
          </a:extLst>
        </p:cNvPr>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EC7BF03A-BF8D-9174-8253-3071894F72BD}"/>
              </a:ext>
            </a:extLst>
          </p:cNvPr>
          <p:cNvSpPr>
            <a:spLocks noGrp="1" noRot="1" noChangeAspect="1" noChangeArrowheads="1" noTextEdit="1"/>
          </p:cNvSpPr>
          <p:nvPr>
            <p:ph type="sldImg"/>
          </p:nvPr>
        </p:nvSpPr>
        <p:spPr/>
      </p:sp>
      <p:sp>
        <p:nvSpPr>
          <p:cNvPr id="31747" name="备注占位符 2">
            <a:extLst>
              <a:ext uri="{FF2B5EF4-FFF2-40B4-BE49-F238E27FC236}">
                <a16:creationId xmlns:a16="http://schemas.microsoft.com/office/drawing/2014/main" id="{FE293A7D-6B4E-D107-EBAB-B6B6BFB7D8CF}"/>
              </a:ext>
            </a:extLst>
          </p:cNvPr>
          <p:cNvSpPr>
            <a:spLocks noGrp="1" noChangeArrowheads="1"/>
          </p:cNvSpPr>
          <p:nvPr>
            <p:ph type="body" idx="1"/>
          </p:nvPr>
        </p:nvSpPr>
        <p:spPr>
          <a:noFill/>
        </p:spPr>
        <p:txBody>
          <a:bodyPr/>
          <a:lstStyle/>
          <a:p>
            <a:endParaRPr lang="zh-CN" altLang="en-US" dirty="0"/>
          </a:p>
        </p:txBody>
      </p:sp>
      <p:sp>
        <p:nvSpPr>
          <p:cNvPr id="4" name="灯片编号占位符 3">
            <a:extLst>
              <a:ext uri="{FF2B5EF4-FFF2-40B4-BE49-F238E27FC236}">
                <a16:creationId xmlns:a16="http://schemas.microsoft.com/office/drawing/2014/main" id="{53122A5F-8790-E672-C67C-168C285F9A52}"/>
              </a:ext>
            </a:extLst>
          </p:cNvPr>
          <p:cNvSpPr>
            <a:spLocks noGrp="1"/>
          </p:cNvSpPr>
          <p:nvPr>
            <p:ph type="sldNum" sz="quarter" idx="5"/>
          </p:nvPr>
        </p:nvSpPr>
        <p:spPr/>
        <p:txBody>
          <a:bodyPr/>
          <a:lstStyle/>
          <a:p>
            <a:pPr>
              <a:defRPr/>
            </a:pPr>
            <a:fld id="{86D0E485-03BC-4C7F-95B6-3D463191D693}" type="slidenum">
              <a:rPr lang="zh-CN" altLang="en-US" smtClean="0"/>
              <a:t>8</a:t>
            </a:fld>
            <a:endParaRPr lang="zh-CN" altLang="en-US"/>
          </a:p>
        </p:txBody>
      </p:sp>
    </p:spTree>
    <p:extLst>
      <p:ext uri="{BB962C8B-B14F-4D97-AF65-F5344CB8AC3E}">
        <p14:creationId xmlns:p14="http://schemas.microsoft.com/office/powerpoint/2010/main" val="1705148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7.png"/><Relationship Id="rId1" Type="http://schemas.openxmlformats.org/officeDocument/2006/relationships/slideMaster" Target="../slideMasters/slideMaster6.xml"/><Relationship Id="rId4" Type="http://schemas.openxmlformats.org/officeDocument/2006/relationships/image" Target="../media/image8.jpe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800027" y="1325531"/>
            <a:ext cx="10800160" cy="2819800"/>
          </a:xfrm>
        </p:spPr>
        <p:txBody>
          <a:bodyPr anchor="b"/>
          <a:lstStyle>
            <a:lvl1pPr algn="ctr">
              <a:defRPr sz="7085"/>
            </a:lvl1pPr>
          </a:lstStyle>
          <a:p>
            <a:r>
              <a:rPr lang="zh-CN" altLang="en-US"/>
              <a:t>单击此处编辑母版标题样式</a:t>
            </a:r>
            <a:endParaRPr lang="en-US" dirty="0"/>
          </a:p>
        </p:txBody>
      </p:sp>
      <p:sp>
        <p:nvSpPr>
          <p:cNvPr id="3" name="Subtitle 2"/>
          <p:cNvSpPr>
            <a:spLocks noGrp="1"/>
          </p:cNvSpPr>
          <p:nvPr>
            <p:ph type="subTitle" idx="1"/>
          </p:nvPr>
        </p:nvSpPr>
        <p:spPr>
          <a:xfrm>
            <a:off x="1800027" y="4254073"/>
            <a:ext cx="10800160" cy="1955486"/>
          </a:xfrm>
        </p:spPr>
        <p:txBody>
          <a:bodyPr/>
          <a:lstStyle>
            <a:lvl1pPr marL="0" indent="0" algn="ctr">
              <a:buNone/>
              <a:defRPr sz="2835"/>
            </a:lvl1pPr>
            <a:lvl2pPr marL="539750" indent="0" algn="ctr">
              <a:buNone/>
              <a:defRPr sz="2360"/>
            </a:lvl2pPr>
            <a:lvl3pPr marL="1080135" indent="0" algn="ctr">
              <a:buNone/>
              <a:defRPr sz="2125"/>
            </a:lvl3pPr>
            <a:lvl4pPr marL="1619885" indent="0" algn="ctr">
              <a:buNone/>
              <a:defRPr sz="1890"/>
            </a:lvl4pPr>
            <a:lvl5pPr marL="2159635" indent="0" algn="ctr">
              <a:buNone/>
              <a:defRPr sz="1890"/>
            </a:lvl5pPr>
            <a:lvl6pPr marL="2700020" indent="0" algn="ctr">
              <a:buNone/>
              <a:defRPr sz="1890"/>
            </a:lvl6pPr>
            <a:lvl7pPr marL="3239770" indent="0" algn="ctr">
              <a:buNone/>
              <a:defRPr sz="1890"/>
            </a:lvl7pPr>
            <a:lvl8pPr marL="3779520" indent="0" algn="ctr">
              <a:buNone/>
              <a:defRPr sz="1890"/>
            </a:lvl8pPr>
            <a:lvl9pPr marL="4319905" indent="0" algn="ctr">
              <a:buNone/>
              <a:defRPr sz="189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3A2D8C74-B2EA-49B0-A40C-81C5B8F03466}"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71E4CF-8133-468A-A0E6-124959F629A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3A2D8C74-B2EA-49B0-A40C-81C5B8F03466}"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71E4CF-8133-468A-A0E6-124959F629A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82514" y="2019233"/>
            <a:ext cx="12420184" cy="3369135"/>
          </a:xfrm>
        </p:spPr>
        <p:txBody>
          <a:bodyPr anchor="b"/>
          <a:lstStyle>
            <a:lvl1pPr>
              <a:defRPr sz="7085"/>
            </a:lvl1pPr>
          </a:lstStyle>
          <a:p>
            <a:r>
              <a:rPr lang="zh-CN" altLang="en-US"/>
              <a:t>单击此处编辑母版标题样式</a:t>
            </a:r>
            <a:endParaRPr lang="en-US" dirty="0"/>
          </a:p>
        </p:txBody>
      </p:sp>
      <p:sp>
        <p:nvSpPr>
          <p:cNvPr id="3" name="Text Placeholder 2"/>
          <p:cNvSpPr>
            <a:spLocks noGrp="1"/>
          </p:cNvSpPr>
          <p:nvPr>
            <p:ph type="body" idx="1"/>
          </p:nvPr>
        </p:nvSpPr>
        <p:spPr>
          <a:xfrm>
            <a:off x="982514" y="5420241"/>
            <a:ext cx="12420184" cy="1771749"/>
          </a:xfrm>
        </p:spPr>
        <p:txBody>
          <a:bodyPr/>
          <a:lstStyle>
            <a:lvl1pPr marL="0" indent="0">
              <a:buNone/>
              <a:defRPr sz="2835">
                <a:solidFill>
                  <a:schemeClr val="tx1">
                    <a:tint val="75000"/>
                  </a:schemeClr>
                </a:solidFill>
              </a:defRPr>
            </a:lvl1pPr>
            <a:lvl2pPr marL="539750" indent="0">
              <a:buNone/>
              <a:defRPr sz="2360">
                <a:solidFill>
                  <a:schemeClr val="tx1">
                    <a:tint val="75000"/>
                  </a:schemeClr>
                </a:solidFill>
              </a:defRPr>
            </a:lvl2pPr>
            <a:lvl3pPr marL="1080135" indent="0">
              <a:buNone/>
              <a:defRPr sz="2125">
                <a:solidFill>
                  <a:schemeClr val="tx1">
                    <a:tint val="75000"/>
                  </a:schemeClr>
                </a:solidFill>
              </a:defRPr>
            </a:lvl3pPr>
            <a:lvl4pPr marL="1619885" indent="0">
              <a:buNone/>
              <a:defRPr sz="1890">
                <a:solidFill>
                  <a:schemeClr val="tx1">
                    <a:tint val="75000"/>
                  </a:schemeClr>
                </a:solidFill>
              </a:defRPr>
            </a:lvl4pPr>
            <a:lvl5pPr marL="2159635" indent="0">
              <a:buNone/>
              <a:defRPr sz="1890">
                <a:solidFill>
                  <a:schemeClr val="tx1">
                    <a:tint val="75000"/>
                  </a:schemeClr>
                </a:solidFill>
              </a:defRPr>
            </a:lvl5pPr>
            <a:lvl6pPr marL="2700020" indent="0">
              <a:buNone/>
              <a:defRPr sz="1890">
                <a:solidFill>
                  <a:schemeClr val="tx1">
                    <a:tint val="75000"/>
                  </a:schemeClr>
                </a:solidFill>
              </a:defRPr>
            </a:lvl6pPr>
            <a:lvl7pPr marL="3239770" indent="0">
              <a:buNone/>
              <a:defRPr sz="1890">
                <a:solidFill>
                  <a:schemeClr val="tx1">
                    <a:tint val="75000"/>
                  </a:schemeClr>
                </a:solidFill>
              </a:defRPr>
            </a:lvl7pPr>
            <a:lvl8pPr marL="3779520" indent="0">
              <a:buNone/>
              <a:defRPr sz="1890">
                <a:solidFill>
                  <a:schemeClr val="tx1">
                    <a:tint val="75000"/>
                  </a:schemeClr>
                </a:solidFill>
              </a:defRPr>
            </a:lvl8pPr>
            <a:lvl9pPr marL="4319905" indent="0">
              <a:buNone/>
              <a:defRPr sz="189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A2D8C74-B2EA-49B0-A40C-81C5B8F03466}"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71E4CF-8133-468A-A0E6-124959F629A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990014" y="2156097"/>
            <a:ext cx="6120091" cy="513901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7290108" y="2156097"/>
            <a:ext cx="6120091" cy="513901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3A2D8C74-B2EA-49B0-A40C-81C5B8F03466}"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71E4CF-8133-468A-A0E6-124959F629A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991890" y="431220"/>
            <a:ext cx="12420184" cy="1565514"/>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991891" y="1985485"/>
            <a:ext cx="6091965" cy="973055"/>
          </a:xfrm>
        </p:spPr>
        <p:txBody>
          <a:bodyPr anchor="b"/>
          <a:lstStyle>
            <a:lvl1pPr marL="0" indent="0">
              <a:buNone/>
              <a:defRPr sz="2835" b="1"/>
            </a:lvl1pPr>
            <a:lvl2pPr marL="539750" indent="0">
              <a:buNone/>
              <a:defRPr sz="2360" b="1"/>
            </a:lvl2pPr>
            <a:lvl3pPr marL="1080135" indent="0">
              <a:buNone/>
              <a:defRPr sz="2125" b="1"/>
            </a:lvl3pPr>
            <a:lvl4pPr marL="1619885" indent="0">
              <a:buNone/>
              <a:defRPr sz="1890" b="1"/>
            </a:lvl4pPr>
            <a:lvl5pPr marL="2159635" indent="0">
              <a:buNone/>
              <a:defRPr sz="1890" b="1"/>
            </a:lvl5pPr>
            <a:lvl6pPr marL="2700020" indent="0">
              <a:buNone/>
              <a:defRPr sz="1890" b="1"/>
            </a:lvl6pPr>
            <a:lvl7pPr marL="3239770" indent="0">
              <a:buNone/>
              <a:defRPr sz="1890" b="1"/>
            </a:lvl7pPr>
            <a:lvl8pPr marL="3779520" indent="0">
              <a:buNone/>
              <a:defRPr sz="1890" b="1"/>
            </a:lvl8pPr>
            <a:lvl9pPr marL="4319905" indent="0">
              <a:buNone/>
              <a:defRPr sz="1890" b="1"/>
            </a:lvl9pPr>
          </a:lstStyle>
          <a:p>
            <a:pPr lvl="0"/>
            <a:r>
              <a:rPr lang="zh-CN" altLang="en-US"/>
              <a:t>单击此处编辑母版文本样式</a:t>
            </a:r>
          </a:p>
        </p:txBody>
      </p:sp>
      <p:sp>
        <p:nvSpPr>
          <p:cNvPr id="4" name="Content Placeholder 3"/>
          <p:cNvSpPr>
            <a:spLocks noGrp="1"/>
          </p:cNvSpPr>
          <p:nvPr>
            <p:ph sz="half" idx="2"/>
          </p:nvPr>
        </p:nvSpPr>
        <p:spPr>
          <a:xfrm>
            <a:off x="991891" y="2958540"/>
            <a:ext cx="6091965" cy="435156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7290108" y="1985485"/>
            <a:ext cx="6121966" cy="973055"/>
          </a:xfrm>
        </p:spPr>
        <p:txBody>
          <a:bodyPr anchor="b"/>
          <a:lstStyle>
            <a:lvl1pPr marL="0" indent="0">
              <a:buNone/>
              <a:defRPr sz="2835" b="1"/>
            </a:lvl1pPr>
            <a:lvl2pPr marL="539750" indent="0">
              <a:buNone/>
              <a:defRPr sz="2360" b="1"/>
            </a:lvl2pPr>
            <a:lvl3pPr marL="1080135" indent="0">
              <a:buNone/>
              <a:defRPr sz="2125" b="1"/>
            </a:lvl3pPr>
            <a:lvl4pPr marL="1619885" indent="0">
              <a:buNone/>
              <a:defRPr sz="1890" b="1"/>
            </a:lvl4pPr>
            <a:lvl5pPr marL="2159635" indent="0">
              <a:buNone/>
              <a:defRPr sz="1890" b="1"/>
            </a:lvl5pPr>
            <a:lvl6pPr marL="2700020" indent="0">
              <a:buNone/>
              <a:defRPr sz="1890" b="1"/>
            </a:lvl6pPr>
            <a:lvl7pPr marL="3239770" indent="0">
              <a:buNone/>
              <a:defRPr sz="1890" b="1"/>
            </a:lvl7pPr>
            <a:lvl8pPr marL="3779520" indent="0">
              <a:buNone/>
              <a:defRPr sz="1890" b="1"/>
            </a:lvl8pPr>
            <a:lvl9pPr marL="4319905" indent="0">
              <a:buNone/>
              <a:defRPr sz="1890" b="1"/>
            </a:lvl9pPr>
          </a:lstStyle>
          <a:p>
            <a:pPr lvl="0"/>
            <a:r>
              <a:rPr lang="zh-CN" altLang="en-US"/>
              <a:t>单击此处编辑母版文本样式</a:t>
            </a:r>
          </a:p>
        </p:txBody>
      </p:sp>
      <p:sp>
        <p:nvSpPr>
          <p:cNvPr id="6" name="Content Placeholder 5"/>
          <p:cNvSpPr>
            <a:spLocks noGrp="1"/>
          </p:cNvSpPr>
          <p:nvPr>
            <p:ph sz="quarter" idx="4"/>
          </p:nvPr>
        </p:nvSpPr>
        <p:spPr>
          <a:xfrm>
            <a:off x="7290108" y="2958540"/>
            <a:ext cx="6121966" cy="435156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3A2D8C74-B2EA-49B0-A40C-81C5B8F03466}"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71E4CF-8133-468A-A0E6-124959F629A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A2D8C74-B2EA-49B0-A40C-81C5B8F03466}"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71E4CF-8133-468A-A0E6-124959F629A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2D8C74-B2EA-49B0-A40C-81C5B8F03466}"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71E4CF-8133-468A-A0E6-124959F629A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991891" y="539962"/>
            <a:ext cx="4644443" cy="1889866"/>
          </a:xfrm>
        </p:spPr>
        <p:txBody>
          <a:bodyPr anchor="b"/>
          <a:lstStyle>
            <a:lvl1pPr>
              <a:defRPr sz="3780"/>
            </a:lvl1pPr>
          </a:lstStyle>
          <a:p>
            <a:r>
              <a:rPr lang="zh-CN" altLang="en-US"/>
              <a:t>单击此处编辑母版标题样式</a:t>
            </a:r>
            <a:endParaRPr lang="en-US" dirty="0"/>
          </a:p>
        </p:txBody>
      </p:sp>
      <p:sp>
        <p:nvSpPr>
          <p:cNvPr id="3" name="Content Placeholder 2"/>
          <p:cNvSpPr>
            <a:spLocks noGrp="1"/>
          </p:cNvSpPr>
          <p:nvPr>
            <p:ph idx="1"/>
          </p:nvPr>
        </p:nvSpPr>
        <p:spPr>
          <a:xfrm>
            <a:off x="6121966" y="1166168"/>
            <a:ext cx="7290108" cy="5755841"/>
          </a:xfrm>
        </p:spPr>
        <p:txBody>
          <a:bodyPr/>
          <a:lstStyle>
            <a:lvl1pPr>
              <a:defRPr sz="3780"/>
            </a:lvl1pPr>
            <a:lvl2pPr>
              <a:defRPr sz="3305"/>
            </a:lvl2pPr>
            <a:lvl3pPr>
              <a:defRPr sz="2835"/>
            </a:lvl3pPr>
            <a:lvl4pPr>
              <a:defRPr sz="2360"/>
            </a:lvl4pPr>
            <a:lvl5pPr>
              <a:defRPr sz="2360"/>
            </a:lvl5pPr>
            <a:lvl6pPr>
              <a:defRPr sz="2360"/>
            </a:lvl6pPr>
            <a:lvl7pPr>
              <a:defRPr sz="2360"/>
            </a:lvl7pPr>
            <a:lvl8pPr>
              <a:defRPr sz="2360"/>
            </a:lvl8pPr>
            <a:lvl9pPr>
              <a:defRPr sz="236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991891" y="2429828"/>
            <a:ext cx="4644443" cy="4501556"/>
          </a:xfrm>
        </p:spPr>
        <p:txBody>
          <a:bodyPr/>
          <a:lstStyle>
            <a:lvl1pPr marL="0" indent="0">
              <a:buNone/>
              <a:defRPr sz="1890"/>
            </a:lvl1pPr>
            <a:lvl2pPr marL="539750" indent="0">
              <a:buNone/>
              <a:defRPr sz="1655"/>
            </a:lvl2pPr>
            <a:lvl3pPr marL="1080135" indent="0">
              <a:buNone/>
              <a:defRPr sz="1415"/>
            </a:lvl3pPr>
            <a:lvl4pPr marL="1619885" indent="0">
              <a:buNone/>
              <a:defRPr sz="1180"/>
            </a:lvl4pPr>
            <a:lvl5pPr marL="2159635" indent="0">
              <a:buNone/>
              <a:defRPr sz="1180"/>
            </a:lvl5pPr>
            <a:lvl6pPr marL="2700020" indent="0">
              <a:buNone/>
              <a:defRPr sz="1180"/>
            </a:lvl6pPr>
            <a:lvl7pPr marL="3239770" indent="0">
              <a:buNone/>
              <a:defRPr sz="1180"/>
            </a:lvl7pPr>
            <a:lvl8pPr marL="3779520" indent="0">
              <a:buNone/>
              <a:defRPr sz="1180"/>
            </a:lvl8pPr>
            <a:lvl9pPr marL="4319905" indent="0">
              <a:buNone/>
              <a:defRPr sz="118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A2D8C74-B2EA-49B0-A40C-81C5B8F03466}"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71E4CF-8133-468A-A0E6-124959F629A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991891" y="539962"/>
            <a:ext cx="4644443" cy="1889866"/>
          </a:xfrm>
        </p:spPr>
        <p:txBody>
          <a:bodyPr anchor="b"/>
          <a:lstStyle>
            <a:lvl1pPr>
              <a:defRPr sz="378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121966" y="1166168"/>
            <a:ext cx="7290108" cy="5755841"/>
          </a:xfrm>
        </p:spPr>
        <p:txBody>
          <a:bodyPr anchor="t"/>
          <a:lstStyle>
            <a:lvl1pPr marL="0" indent="0">
              <a:buNone/>
              <a:defRPr sz="3780"/>
            </a:lvl1pPr>
            <a:lvl2pPr marL="539750" indent="0">
              <a:buNone/>
              <a:defRPr sz="3305"/>
            </a:lvl2pPr>
            <a:lvl3pPr marL="1080135" indent="0">
              <a:buNone/>
              <a:defRPr sz="2835"/>
            </a:lvl3pPr>
            <a:lvl4pPr marL="1619885" indent="0">
              <a:buNone/>
              <a:defRPr sz="2360"/>
            </a:lvl4pPr>
            <a:lvl5pPr marL="2159635" indent="0">
              <a:buNone/>
              <a:defRPr sz="2360"/>
            </a:lvl5pPr>
            <a:lvl6pPr marL="2700020" indent="0">
              <a:buNone/>
              <a:defRPr sz="2360"/>
            </a:lvl6pPr>
            <a:lvl7pPr marL="3239770" indent="0">
              <a:buNone/>
              <a:defRPr sz="2360"/>
            </a:lvl7pPr>
            <a:lvl8pPr marL="3779520" indent="0">
              <a:buNone/>
              <a:defRPr sz="2360"/>
            </a:lvl8pPr>
            <a:lvl9pPr marL="4319905" indent="0">
              <a:buNone/>
              <a:defRPr sz="2360"/>
            </a:lvl9pPr>
          </a:lstStyle>
          <a:p>
            <a:r>
              <a:rPr lang="zh-CN" altLang="en-US"/>
              <a:t>单击图标添加图片</a:t>
            </a:r>
            <a:endParaRPr lang="en-US" dirty="0"/>
          </a:p>
        </p:txBody>
      </p:sp>
      <p:sp>
        <p:nvSpPr>
          <p:cNvPr id="4" name="Text Placeholder 3"/>
          <p:cNvSpPr>
            <a:spLocks noGrp="1"/>
          </p:cNvSpPr>
          <p:nvPr>
            <p:ph type="body" sz="half" idx="2"/>
          </p:nvPr>
        </p:nvSpPr>
        <p:spPr>
          <a:xfrm>
            <a:off x="991891" y="2429828"/>
            <a:ext cx="4644443" cy="4501556"/>
          </a:xfrm>
        </p:spPr>
        <p:txBody>
          <a:bodyPr/>
          <a:lstStyle>
            <a:lvl1pPr marL="0" indent="0">
              <a:buNone/>
              <a:defRPr sz="1890"/>
            </a:lvl1pPr>
            <a:lvl2pPr marL="539750" indent="0">
              <a:buNone/>
              <a:defRPr sz="1655"/>
            </a:lvl2pPr>
            <a:lvl3pPr marL="1080135" indent="0">
              <a:buNone/>
              <a:defRPr sz="1415"/>
            </a:lvl3pPr>
            <a:lvl4pPr marL="1619885" indent="0">
              <a:buNone/>
              <a:defRPr sz="1180"/>
            </a:lvl4pPr>
            <a:lvl5pPr marL="2159635" indent="0">
              <a:buNone/>
              <a:defRPr sz="1180"/>
            </a:lvl5pPr>
            <a:lvl6pPr marL="2700020" indent="0">
              <a:buNone/>
              <a:defRPr sz="1180"/>
            </a:lvl6pPr>
            <a:lvl7pPr marL="3239770" indent="0">
              <a:buNone/>
              <a:defRPr sz="1180"/>
            </a:lvl7pPr>
            <a:lvl8pPr marL="3779520" indent="0">
              <a:buNone/>
              <a:defRPr sz="1180"/>
            </a:lvl8pPr>
            <a:lvl9pPr marL="4319905" indent="0">
              <a:buNone/>
              <a:defRPr sz="118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A2D8C74-B2EA-49B0-A40C-81C5B8F03466}"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71E4CF-8133-468A-A0E6-124959F629A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3A2D8C74-B2EA-49B0-A40C-81C5B8F03466}"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71E4CF-8133-468A-A0E6-124959F629A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05152" y="431220"/>
            <a:ext cx="3105046" cy="686388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990015" y="431220"/>
            <a:ext cx="9135135" cy="6863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3A2D8C74-B2EA-49B0-A40C-81C5B8F03466}"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71E4CF-8133-468A-A0E6-124959F629A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1093" y="2501776"/>
            <a:ext cx="6439292" cy="2326265"/>
          </a:xfrm>
          <a:prstGeom prst="rect">
            <a:avLst/>
          </a:prstGeom>
        </p:spPr>
        <p:txBody>
          <a:bodyPr/>
          <a:lstStyle>
            <a:lvl1pPr>
              <a:defRPr sz="4725" b="0">
                <a:solidFill>
                  <a:schemeClr val="tx2"/>
                </a:solidFill>
                <a:latin typeface="FrutigerNext LT Light" pitchFamily="34" charset="0"/>
              </a:defRPr>
            </a:lvl1pPr>
          </a:lstStyle>
          <a:p>
            <a:r>
              <a:rPr lang="en-US" altLang="zh-CN" dirty="0"/>
              <a:t>HEADLINE TEXT TO BE </a:t>
            </a:r>
            <a:br>
              <a:rPr lang="en-US" altLang="zh-CN" dirty="0"/>
            </a:br>
            <a:r>
              <a:rPr lang="en-US" altLang="zh-CN" dirty="0"/>
              <a:t>PLACED HERE HEADLINE </a:t>
            </a:r>
            <a:br>
              <a:rPr lang="en-US" altLang="zh-CN" dirty="0"/>
            </a:br>
            <a:r>
              <a:rPr lang="en-US" altLang="zh-CN" dirty="0"/>
              <a:t>TEXT TO BE PLACED</a:t>
            </a:r>
            <a:endParaRPr lang="zh-CN" altLang="en-US" dirty="0"/>
          </a:p>
        </p:txBody>
      </p:sp>
    </p:spTree>
  </p:cSld>
  <p:clrMapOvr>
    <a:masterClrMapping/>
  </p:clrMapOvr>
  <p:transition advClick="0" advTm="8000">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190020" y="435845"/>
            <a:ext cx="12020178" cy="690585"/>
          </a:xfrm>
          <a:prstGeom prst="rect">
            <a:avLst/>
          </a:prstGeom>
        </p:spPr>
        <p:txBody>
          <a:bodyPr/>
          <a:lstStyle/>
          <a:p>
            <a:r>
              <a:rPr lang="en-US"/>
              <a:t>Click to edit Master title style</a:t>
            </a:r>
          </a:p>
        </p:txBody>
      </p:sp>
    </p:spTree>
  </p:cSld>
  <p:clrMapOvr>
    <a:masterClrMapping/>
  </p:clrMapOvr>
  <p:transition advClick="0">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8#仅标题">
    <p:spTree>
      <p:nvGrpSpPr>
        <p:cNvPr id="1" name=""/>
        <p:cNvGrpSpPr/>
        <p:nvPr/>
      </p:nvGrpSpPr>
      <p:grpSpPr>
        <a:xfrm>
          <a:off x="0" y="0"/>
          <a:ext cx="0" cy="0"/>
          <a:chOff x="0" y="0"/>
          <a:chExt cx="0" cy="0"/>
        </a:xfrm>
      </p:grpSpPr>
      <p:sp>
        <p:nvSpPr>
          <p:cNvPr id="10" name="Freeform 9"/>
          <p:cNvSpPr/>
          <p:nvPr userDrawn="1"/>
        </p:nvSpPr>
        <p:spPr bwMode="auto">
          <a:xfrm>
            <a:off x="3677" y="350016"/>
            <a:ext cx="1625650" cy="1020849"/>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107992" tIns="53996" rIns="107992" bIns="53996" numCol="1" spcCol="0" rtlCol="0" fromWordArt="0" anchor="t" anchorCtr="0" forceAA="0" compatLnSpc="1">
            <a:noAutofit/>
          </a:bodyPr>
          <a:lstStyle/>
          <a:p>
            <a:endParaRPr lang="zh-CN" altLang="en-US" sz="2010">
              <a:ea typeface="宋体" panose="02010600030101010101" pitchFamily="2" charset="-122"/>
            </a:endParaRPr>
          </a:p>
        </p:txBody>
      </p:sp>
      <p:sp>
        <p:nvSpPr>
          <p:cNvPr id="11" name="Freeform 11"/>
          <p:cNvSpPr/>
          <p:nvPr userDrawn="1"/>
        </p:nvSpPr>
        <p:spPr bwMode="auto">
          <a:xfrm>
            <a:off x="1471898" y="350016"/>
            <a:ext cx="275630" cy="1020849"/>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107992" tIns="53996" rIns="107992" bIns="53996" numCol="1" spcCol="0" rtlCol="0" fromWordArt="0" anchor="t" anchorCtr="0" forceAA="0" compatLnSpc="1">
            <a:noAutofit/>
          </a:bodyPr>
          <a:lstStyle/>
          <a:p>
            <a:endParaRPr lang="zh-CN" altLang="en-US" sz="2010">
              <a:ea typeface="宋体" panose="02010600030101010101" pitchFamily="2" charset="-122"/>
            </a:endParaRPr>
          </a:p>
        </p:txBody>
      </p:sp>
      <p:sp>
        <p:nvSpPr>
          <p:cNvPr id="12" name="Freeform 12"/>
          <p:cNvSpPr>
            <a:spLocks noEditPoints="1"/>
          </p:cNvSpPr>
          <p:nvPr userDrawn="1"/>
        </p:nvSpPr>
        <p:spPr bwMode="auto">
          <a:xfrm>
            <a:off x="566201" y="559892"/>
            <a:ext cx="600200" cy="601099"/>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107992" tIns="53996" rIns="107992" bIns="53996" numCol="1" anchor="t" anchorCtr="0" compatLnSpc="1"/>
          <a:lstStyle/>
          <a:p>
            <a:endParaRPr lang="zh-CN" altLang="en-US" sz="2010"/>
          </a:p>
        </p:txBody>
      </p:sp>
      <p:sp>
        <p:nvSpPr>
          <p:cNvPr id="6" name="标题 1"/>
          <p:cNvSpPr>
            <a:spLocks noGrp="1"/>
          </p:cNvSpPr>
          <p:nvPr>
            <p:ph type="title"/>
          </p:nvPr>
        </p:nvSpPr>
        <p:spPr>
          <a:xfrm>
            <a:off x="1883650" y="484690"/>
            <a:ext cx="11612298" cy="756797"/>
          </a:xfrm>
        </p:spPr>
        <p:txBody>
          <a:bodyPr lIns="100800" tIns="50400" rIns="100800" bIns="50400" anchor="t" anchorCtr="0"/>
          <a:lstStyle>
            <a:lvl1pPr>
              <a:defRPr b="1">
                <a:latin typeface="+mn-ea"/>
                <a:ea typeface="+mn-ea"/>
              </a:defRPr>
            </a:lvl1pPr>
          </a:lstStyle>
          <a:p>
            <a:r>
              <a:rPr lang="zh-CN" altLang="en-US" dirty="0"/>
              <a:t>单击此处编辑母版标题样式</a:t>
            </a:r>
          </a:p>
        </p:txBody>
      </p:sp>
    </p:spTree>
  </p:cSld>
  <p:clrMapOvr>
    <a:masterClrMapping/>
  </p:clrMapOvr>
  <p:transition advClick="0" advTm="8000">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482901" y="201186"/>
            <a:ext cx="13264974" cy="1105300"/>
          </a:xfrm>
          <a:prstGeom prst="rect">
            <a:avLst/>
          </a:prstGeom>
        </p:spPr>
        <p:txBody>
          <a:bodyPr>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defRPr>
            </a:lvl1pPr>
          </a:lstStyle>
          <a:p>
            <a:endParaRPr lang="en-US" altLang="zh-CN" dirty="0"/>
          </a:p>
        </p:txBody>
      </p:sp>
    </p:spTree>
  </p:cSld>
  <p:clrMapOvr>
    <a:masterClrMapping/>
  </p:clrMapOvr>
  <p:transition advClick="0" advTm="8000">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883650" y="484690"/>
            <a:ext cx="11612297" cy="756796"/>
          </a:xfrm>
        </p:spPr>
        <p:txBody>
          <a:bodyPr lIns="100800" tIns="50400" rIns="100800" bIns="50400" anchor="t"/>
          <a:lstStyle>
            <a:lvl1pPr>
              <a:defRPr b="1">
                <a:latin typeface="+mn-ea"/>
                <a:ea typeface="+mn-ea"/>
              </a:defRPr>
            </a:lvl1pPr>
          </a:lstStyle>
          <a:p>
            <a:r>
              <a:rPr lang="zh-CN" altLang="en-US" dirty="0"/>
              <a:t>单击此处编辑母版标题样式</a:t>
            </a:r>
          </a:p>
        </p:txBody>
      </p:sp>
      <p:sp>
        <p:nvSpPr>
          <p:cNvPr id="8" name="文本占位符 6"/>
          <p:cNvSpPr>
            <a:spLocks noGrp="1"/>
          </p:cNvSpPr>
          <p:nvPr>
            <p:ph type="body" sz="quarter" idx="10"/>
          </p:nvPr>
        </p:nvSpPr>
        <p:spPr>
          <a:xfrm>
            <a:off x="1077518" y="1456771"/>
            <a:ext cx="12472682" cy="5527167"/>
          </a:xfrm>
        </p:spPr>
        <p:txBody>
          <a:bodyPr/>
          <a:lstStyle>
            <a:lvl1pPr algn="just">
              <a:defRPr>
                <a:latin typeface="+mn-ea"/>
                <a:ea typeface="+mn-ea"/>
                <a:cs typeface="Arial" panose="020B0604020202020204" pitchFamily="34" charset="0"/>
              </a:defRPr>
            </a:lvl1pPr>
          </a:lstStyle>
          <a:p>
            <a:pPr lvl="0"/>
            <a:r>
              <a:rPr lang="zh-CN" altLang="en-US" dirty="0"/>
              <a:t>单击此处编辑母版文本样式</a:t>
            </a:r>
          </a:p>
        </p:txBody>
      </p:sp>
      <p:sp>
        <p:nvSpPr>
          <p:cNvPr id="4" name="Rectangle 69"/>
          <p:cNvSpPr>
            <a:spLocks noChangeArrowheads="1"/>
          </p:cNvSpPr>
          <p:nvPr userDrawn="1"/>
        </p:nvSpPr>
        <p:spPr bwMode="auto">
          <a:xfrm>
            <a:off x="183705" y="7675804"/>
            <a:ext cx="793734" cy="313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4579" tIns="47291" rIns="94579" bIns="47291">
            <a:spAutoFit/>
          </a:bodyPr>
          <a:lstStyle>
            <a:lvl1pPr defTabSz="800100">
              <a:defRPr>
                <a:solidFill>
                  <a:schemeClr val="tx1"/>
                </a:solidFill>
                <a:latin typeface="Calibri" panose="020F0502020204030204" pitchFamily="34" charset="0"/>
                <a:ea typeface="宋体" panose="02010600030101010101" pitchFamily="2" charset="-122"/>
              </a:defRPr>
            </a:lvl1pPr>
            <a:lvl2pPr marL="742950" indent="-285750" defTabSz="800100">
              <a:defRPr>
                <a:solidFill>
                  <a:schemeClr val="tx1"/>
                </a:solidFill>
                <a:latin typeface="Calibri" panose="020F0502020204030204" pitchFamily="34" charset="0"/>
                <a:ea typeface="宋体" panose="02010600030101010101" pitchFamily="2" charset="-122"/>
              </a:defRPr>
            </a:lvl2pPr>
            <a:lvl3pPr marL="1143000" indent="-228600" defTabSz="800100">
              <a:defRPr>
                <a:solidFill>
                  <a:schemeClr val="tx1"/>
                </a:solidFill>
                <a:latin typeface="Calibri" panose="020F0502020204030204" pitchFamily="34" charset="0"/>
                <a:ea typeface="宋体" panose="02010600030101010101" pitchFamily="2" charset="-122"/>
              </a:defRPr>
            </a:lvl3pPr>
            <a:lvl4pPr marL="1600200" indent="-228600" defTabSz="800100">
              <a:defRPr>
                <a:solidFill>
                  <a:schemeClr val="tx1"/>
                </a:solidFill>
                <a:latin typeface="Calibri" panose="020F0502020204030204" pitchFamily="34" charset="0"/>
                <a:ea typeface="宋体" panose="02010600030101010101" pitchFamily="2" charset="-122"/>
              </a:defRPr>
            </a:lvl4pPr>
            <a:lvl5pPr marL="2057400" indent="-228600" defTabSz="800100">
              <a:defRPr>
                <a:solidFill>
                  <a:schemeClr val="tx1"/>
                </a:solidFill>
                <a:latin typeface="Calibri" panose="020F0502020204030204" pitchFamily="34" charset="0"/>
                <a:ea typeface="宋体" panose="02010600030101010101" pitchFamily="2" charset="-122"/>
              </a:defRPr>
            </a:lvl5pPr>
            <a:lvl6pPr marL="2514600" indent="-228600" defTabSz="8001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001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001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001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r>
              <a:rPr lang="zh-CN" altLang="en-US" sz="1417">
                <a:solidFill>
                  <a:srgbClr val="000000"/>
                </a:solidFill>
                <a:latin typeface="微软雅黑" panose="020B0503020204020204" pitchFamily="34" charset="-122"/>
                <a:ea typeface="黑体" panose="02010609060101010101" charset="-122"/>
                <a:cs typeface="Arial" panose="020B0604020202020204" pitchFamily="34" charset="0"/>
              </a:rPr>
              <a:t>第</a:t>
            </a:r>
            <a:fld id="{37F504C5-646B-4AA8-A4EA-D9B24587EC55}" type="slidenum">
              <a:rPr lang="en-US" altLang="zh-CN" sz="1417" smtClean="0">
                <a:solidFill>
                  <a:srgbClr val="000000"/>
                </a:solidFill>
                <a:latin typeface="微软雅黑" panose="020B0503020204020204" pitchFamily="34" charset="-122"/>
                <a:ea typeface="黑体" panose="02010609060101010101" charset="-122"/>
                <a:cs typeface="Arial" panose="020B0604020202020204" pitchFamily="34" charset="0"/>
              </a:rPr>
              <a:t>‹#›</a:t>
            </a:fld>
            <a:r>
              <a:rPr lang="zh-CN" altLang="en-US" sz="1417">
                <a:solidFill>
                  <a:srgbClr val="000000"/>
                </a:solidFill>
                <a:latin typeface="微软雅黑" panose="020B0503020204020204" pitchFamily="34" charset="-122"/>
                <a:ea typeface="黑体" panose="02010609060101010101" charset="-122"/>
                <a:cs typeface="Arial" panose="020B0604020202020204" pitchFamily="34" charset="0"/>
              </a:rPr>
              <a:t>页</a:t>
            </a:r>
            <a:endParaRPr lang="en-US" altLang="zh-CN" sz="1417">
              <a:solidFill>
                <a:srgbClr val="000000"/>
              </a:solidFill>
              <a:latin typeface="微软雅黑" panose="020B0503020204020204" pitchFamily="34" charset="-122"/>
              <a:ea typeface="黑体" panose="02010609060101010101" charset="-122"/>
              <a:cs typeface="Arial" panose="020B0604020202020204" pitchFamily="34" charset="0"/>
            </a:endParaRPr>
          </a:p>
        </p:txBody>
      </p:sp>
      <p:pic>
        <p:nvPicPr>
          <p:cNvPr id="5" name="Picture 4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039770" y="7466343"/>
            <a:ext cx="1500576" cy="324733"/>
          </a:xfrm>
          <a:prstGeom prst="rect">
            <a:avLst/>
          </a:prstGeom>
        </p:spPr>
      </p:pic>
    </p:spTree>
    <p:extLst>
      <p:ext uri="{BB962C8B-B14F-4D97-AF65-F5344CB8AC3E}">
        <p14:creationId xmlns:p14="http://schemas.microsoft.com/office/powerpoint/2010/main" val="1681532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59FD4E-3F13-FC71-2A71-3A0DDA37630B}"/>
              </a:ext>
            </a:extLst>
          </p:cNvPr>
          <p:cNvSpPr>
            <a:spLocks noGrp="1"/>
          </p:cNvSpPr>
          <p:nvPr>
            <p:ph type="ctrTitle"/>
          </p:nvPr>
        </p:nvSpPr>
        <p:spPr>
          <a:xfrm>
            <a:off x="1800225" y="1325563"/>
            <a:ext cx="10799763" cy="28194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51F546B-FB73-7A43-2EB6-4E039FB564A6}"/>
              </a:ext>
            </a:extLst>
          </p:cNvPr>
          <p:cNvSpPr>
            <a:spLocks noGrp="1"/>
          </p:cNvSpPr>
          <p:nvPr>
            <p:ph type="subTitle" idx="1"/>
          </p:nvPr>
        </p:nvSpPr>
        <p:spPr>
          <a:xfrm>
            <a:off x="1800225" y="4254500"/>
            <a:ext cx="10799763" cy="19558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41FB6A1-3FC1-4FFA-91CF-F9D65298A39D}"/>
              </a:ext>
            </a:extLst>
          </p:cNvPr>
          <p:cNvSpPr>
            <a:spLocks noGrp="1"/>
          </p:cNvSpPr>
          <p:nvPr>
            <p:ph type="dt" sz="half" idx="10"/>
          </p:nvPr>
        </p:nvSpPr>
        <p:spPr/>
        <p:txBody>
          <a:bodyPr/>
          <a:lstStyle/>
          <a:p>
            <a:fld id="{C039123B-37CE-496E-8EC9-8F5FF30F01CD}"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0AF6091D-6A18-B9DE-8B19-E62D2239902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C2B59A-B529-46DB-33D9-EE13E8B65220}"/>
              </a:ext>
            </a:extLst>
          </p:cNvPr>
          <p:cNvSpPr>
            <a:spLocks noGrp="1"/>
          </p:cNvSpPr>
          <p:nvPr>
            <p:ph type="sldNum" sz="quarter" idx="12"/>
          </p:nvPr>
        </p:nvSpPr>
        <p:spPr/>
        <p:txBody>
          <a:body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29979397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431409-90BA-CDF8-CCEE-F47BEBC8DA4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83D8DBB-AFBC-F3C7-52E4-1954D4EE7AD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89A4996-5C70-C7FD-99C3-6C5ACB6EA196}"/>
              </a:ext>
            </a:extLst>
          </p:cNvPr>
          <p:cNvSpPr>
            <a:spLocks noGrp="1"/>
          </p:cNvSpPr>
          <p:nvPr>
            <p:ph type="dt" sz="half" idx="10"/>
          </p:nvPr>
        </p:nvSpPr>
        <p:spPr/>
        <p:txBody>
          <a:bodyPr/>
          <a:lstStyle/>
          <a:p>
            <a:fld id="{C039123B-37CE-496E-8EC9-8F5FF30F01CD}"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F17A87B3-19E7-86AE-D34A-7919D8CA50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F657B0-FF9D-40E2-F952-520D52C8B0D0}"/>
              </a:ext>
            </a:extLst>
          </p:cNvPr>
          <p:cNvSpPr>
            <a:spLocks noGrp="1"/>
          </p:cNvSpPr>
          <p:nvPr>
            <p:ph type="sldNum" sz="quarter" idx="12"/>
          </p:nvPr>
        </p:nvSpPr>
        <p:spPr/>
        <p:txBody>
          <a:body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415802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6BF57D-66A3-4E17-0CDE-49365D645C5F}"/>
              </a:ext>
            </a:extLst>
          </p:cNvPr>
          <p:cNvSpPr>
            <a:spLocks noGrp="1"/>
          </p:cNvSpPr>
          <p:nvPr>
            <p:ph type="title"/>
          </p:nvPr>
        </p:nvSpPr>
        <p:spPr>
          <a:xfrm>
            <a:off x="982663" y="2019300"/>
            <a:ext cx="12420600" cy="3368675"/>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959FF25-56C8-10DC-19FA-0978B527DF3A}"/>
              </a:ext>
            </a:extLst>
          </p:cNvPr>
          <p:cNvSpPr>
            <a:spLocks noGrp="1"/>
          </p:cNvSpPr>
          <p:nvPr>
            <p:ph type="body" idx="1"/>
          </p:nvPr>
        </p:nvSpPr>
        <p:spPr>
          <a:xfrm>
            <a:off x="982663" y="5419725"/>
            <a:ext cx="12420600" cy="17716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E2D135F-CAA9-7D0E-9A5D-F1C8E56334D3}"/>
              </a:ext>
            </a:extLst>
          </p:cNvPr>
          <p:cNvSpPr>
            <a:spLocks noGrp="1"/>
          </p:cNvSpPr>
          <p:nvPr>
            <p:ph type="dt" sz="half" idx="10"/>
          </p:nvPr>
        </p:nvSpPr>
        <p:spPr/>
        <p:txBody>
          <a:bodyPr/>
          <a:lstStyle/>
          <a:p>
            <a:fld id="{C039123B-37CE-496E-8EC9-8F5FF30F01CD}"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46CFA81E-3189-F198-923C-38EF6C50289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BB4C86-D32B-BB02-1FC7-9DAD77E85B1C}"/>
              </a:ext>
            </a:extLst>
          </p:cNvPr>
          <p:cNvSpPr>
            <a:spLocks noGrp="1"/>
          </p:cNvSpPr>
          <p:nvPr>
            <p:ph type="sldNum" sz="quarter" idx="12"/>
          </p:nvPr>
        </p:nvSpPr>
        <p:spPr/>
        <p:txBody>
          <a:body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32196922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9FCEBD-F828-429E-AC4F-3269A5D8CF1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D6441B-F951-356F-526E-6DB19DD95E36}"/>
              </a:ext>
            </a:extLst>
          </p:cNvPr>
          <p:cNvSpPr>
            <a:spLocks noGrp="1"/>
          </p:cNvSpPr>
          <p:nvPr>
            <p:ph sz="half" idx="1"/>
          </p:nvPr>
        </p:nvSpPr>
        <p:spPr>
          <a:xfrm>
            <a:off x="990600" y="2155825"/>
            <a:ext cx="6132513" cy="51387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1C72A2A-3FA2-6036-A7AE-1BC1A1B758FE}"/>
              </a:ext>
            </a:extLst>
          </p:cNvPr>
          <p:cNvSpPr>
            <a:spLocks noGrp="1"/>
          </p:cNvSpPr>
          <p:nvPr>
            <p:ph sz="half" idx="2"/>
          </p:nvPr>
        </p:nvSpPr>
        <p:spPr>
          <a:xfrm>
            <a:off x="7275513" y="2155825"/>
            <a:ext cx="6134100" cy="51387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A2E4AAB-2602-80CD-4573-02A39A3496C2}"/>
              </a:ext>
            </a:extLst>
          </p:cNvPr>
          <p:cNvSpPr>
            <a:spLocks noGrp="1"/>
          </p:cNvSpPr>
          <p:nvPr>
            <p:ph type="dt" sz="half" idx="10"/>
          </p:nvPr>
        </p:nvSpPr>
        <p:spPr/>
        <p:txBody>
          <a:bodyPr/>
          <a:lstStyle/>
          <a:p>
            <a:fld id="{C039123B-37CE-496E-8EC9-8F5FF30F01CD}" type="datetimeFigureOut">
              <a:rPr lang="zh-CN" altLang="en-US" smtClean="0"/>
              <a:t>2025/12/17</a:t>
            </a:fld>
            <a:endParaRPr lang="zh-CN" altLang="en-US"/>
          </a:p>
        </p:txBody>
      </p:sp>
      <p:sp>
        <p:nvSpPr>
          <p:cNvPr id="6" name="页脚占位符 5">
            <a:extLst>
              <a:ext uri="{FF2B5EF4-FFF2-40B4-BE49-F238E27FC236}">
                <a16:creationId xmlns:a16="http://schemas.microsoft.com/office/drawing/2014/main" id="{D93B4B4F-50F5-EEF3-862D-D5C3E1AD7EE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2A03CFD-1F2B-8D15-B0A4-92265EC597B3}"/>
              </a:ext>
            </a:extLst>
          </p:cNvPr>
          <p:cNvSpPr>
            <a:spLocks noGrp="1"/>
          </p:cNvSpPr>
          <p:nvPr>
            <p:ph type="sldNum" sz="quarter" idx="12"/>
          </p:nvPr>
        </p:nvSpPr>
        <p:spPr/>
        <p:txBody>
          <a:body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11930010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A83FB2-A3E1-6CED-C335-7985FD891712}"/>
              </a:ext>
            </a:extLst>
          </p:cNvPr>
          <p:cNvSpPr>
            <a:spLocks noGrp="1"/>
          </p:cNvSpPr>
          <p:nvPr>
            <p:ph type="title"/>
          </p:nvPr>
        </p:nvSpPr>
        <p:spPr>
          <a:xfrm>
            <a:off x="992188" y="431800"/>
            <a:ext cx="12420600" cy="1565275"/>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15524F3-DD9C-4F86-1987-1E2888B65005}"/>
              </a:ext>
            </a:extLst>
          </p:cNvPr>
          <p:cNvSpPr>
            <a:spLocks noGrp="1"/>
          </p:cNvSpPr>
          <p:nvPr>
            <p:ph type="body" idx="1"/>
          </p:nvPr>
        </p:nvSpPr>
        <p:spPr>
          <a:xfrm>
            <a:off x="992188" y="1985963"/>
            <a:ext cx="6091237" cy="9731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8A99A43-F276-FD1B-840B-51445553CA3B}"/>
              </a:ext>
            </a:extLst>
          </p:cNvPr>
          <p:cNvSpPr>
            <a:spLocks noGrp="1"/>
          </p:cNvSpPr>
          <p:nvPr>
            <p:ph sz="half" idx="2"/>
          </p:nvPr>
        </p:nvSpPr>
        <p:spPr>
          <a:xfrm>
            <a:off x="992188" y="2959100"/>
            <a:ext cx="6091237"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0B643C6-F361-0D58-E8C7-55F96FE5A152}"/>
              </a:ext>
            </a:extLst>
          </p:cNvPr>
          <p:cNvSpPr>
            <a:spLocks noGrp="1"/>
          </p:cNvSpPr>
          <p:nvPr>
            <p:ph type="body" sz="quarter" idx="3"/>
          </p:nvPr>
        </p:nvSpPr>
        <p:spPr>
          <a:xfrm>
            <a:off x="7289800" y="1985963"/>
            <a:ext cx="6122988" cy="9731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B8C9211-D536-9963-90D5-C474F4A4B94A}"/>
              </a:ext>
            </a:extLst>
          </p:cNvPr>
          <p:cNvSpPr>
            <a:spLocks noGrp="1"/>
          </p:cNvSpPr>
          <p:nvPr>
            <p:ph sz="quarter" idx="4"/>
          </p:nvPr>
        </p:nvSpPr>
        <p:spPr>
          <a:xfrm>
            <a:off x="7289800" y="2959100"/>
            <a:ext cx="6122988"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E66204E-F92A-0381-C839-E0A463017C16}"/>
              </a:ext>
            </a:extLst>
          </p:cNvPr>
          <p:cNvSpPr>
            <a:spLocks noGrp="1"/>
          </p:cNvSpPr>
          <p:nvPr>
            <p:ph type="dt" sz="half" idx="10"/>
          </p:nvPr>
        </p:nvSpPr>
        <p:spPr/>
        <p:txBody>
          <a:bodyPr/>
          <a:lstStyle/>
          <a:p>
            <a:fld id="{C039123B-37CE-496E-8EC9-8F5FF30F01CD}" type="datetimeFigureOut">
              <a:rPr lang="zh-CN" altLang="en-US" smtClean="0"/>
              <a:t>2025/12/17</a:t>
            </a:fld>
            <a:endParaRPr lang="zh-CN" altLang="en-US"/>
          </a:p>
        </p:txBody>
      </p:sp>
      <p:sp>
        <p:nvSpPr>
          <p:cNvPr id="8" name="页脚占位符 7">
            <a:extLst>
              <a:ext uri="{FF2B5EF4-FFF2-40B4-BE49-F238E27FC236}">
                <a16:creationId xmlns:a16="http://schemas.microsoft.com/office/drawing/2014/main" id="{5CA38727-7786-9817-E458-506FEB566F2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84DCA8A-233D-C29D-855D-BD822A25CA9E}"/>
              </a:ext>
            </a:extLst>
          </p:cNvPr>
          <p:cNvSpPr>
            <a:spLocks noGrp="1"/>
          </p:cNvSpPr>
          <p:nvPr>
            <p:ph type="sldNum" sz="quarter" idx="12"/>
          </p:nvPr>
        </p:nvSpPr>
        <p:spPr/>
        <p:txBody>
          <a:body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25098636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852AF7-C1B4-26B8-7C0A-6D8FFDE7DC8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26FB632-6DF4-331F-B9DA-2A1F9A73F841}"/>
              </a:ext>
            </a:extLst>
          </p:cNvPr>
          <p:cNvSpPr>
            <a:spLocks noGrp="1"/>
          </p:cNvSpPr>
          <p:nvPr>
            <p:ph type="dt" sz="half" idx="10"/>
          </p:nvPr>
        </p:nvSpPr>
        <p:spPr/>
        <p:txBody>
          <a:bodyPr/>
          <a:lstStyle/>
          <a:p>
            <a:fld id="{C039123B-37CE-496E-8EC9-8F5FF30F01CD}" type="datetimeFigureOut">
              <a:rPr lang="zh-CN" altLang="en-US" smtClean="0"/>
              <a:t>2025/12/17</a:t>
            </a:fld>
            <a:endParaRPr lang="zh-CN" altLang="en-US"/>
          </a:p>
        </p:txBody>
      </p:sp>
      <p:sp>
        <p:nvSpPr>
          <p:cNvPr id="4" name="页脚占位符 3">
            <a:extLst>
              <a:ext uri="{FF2B5EF4-FFF2-40B4-BE49-F238E27FC236}">
                <a16:creationId xmlns:a16="http://schemas.microsoft.com/office/drawing/2014/main" id="{9709221F-AC05-BDE9-0967-7E2B0EFB7F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D529A98-0DDA-2A1C-FA5C-44452D786BBE}"/>
              </a:ext>
            </a:extLst>
          </p:cNvPr>
          <p:cNvSpPr>
            <a:spLocks noGrp="1"/>
          </p:cNvSpPr>
          <p:nvPr>
            <p:ph type="sldNum" sz="quarter" idx="12"/>
          </p:nvPr>
        </p:nvSpPr>
        <p:spPr/>
        <p:txBody>
          <a:body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1081614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59D61-0A33-E841-D118-A1B67578536E}"/>
              </a:ext>
            </a:extLst>
          </p:cNvPr>
          <p:cNvSpPr>
            <a:spLocks noGrp="1"/>
          </p:cNvSpPr>
          <p:nvPr>
            <p:ph type="dt" sz="half" idx="10"/>
          </p:nvPr>
        </p:nvSpPr>
        <p:spPr/>
        <p:txBody>
          <a:bodyPr/>
          <a:lstStyle/>
          <a:p>
            <a:fld id="{C039123B-37CE-496E-8EC9-8F5FF30F01CD}" type="datetimeFigureOut">
              <a:rPr lang="zh-CN" altLang="en-US" smtClean="0"/>
              <a:t>2025/12/17</a:t>
            </a:fld>
            <a:endParaRPr lang="zh-CN" altLang="en-US"/>
          </a:p>
        </p:txBody>
      </p:sp>
      <p:sp>
        <p:nvSpPr>
          <p:cNvPr id="3" name="页脚占位符 2">
            <a:extLst>
              <a:ext uri="{FF2B5EF4-FFF2-40B4-BE49-F238E27FC236}">
                <a16:creationId xmlns:a16="http://schemas.microsoft.com/office/drawing/2014/main" id="{291B6A2B-AE9B-A455-C91A-5D93D86521F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BD4CF98-FC98-D663-4536-0F05FACE79D7}"/>
              </a:ext>
            </a:extLst>
          </p:cNvPr>
          <p:cNvSpPr>
            <a:spLocks noGrp="1"/>
          </p:cNvSpPr>
          <p:nvPr>
            <p:ph type="sldNum" sz="quarter" idx="12"/>
          </p:nvPr>
        </p:nvSpPr>
        <p:spPr/>
        <p:txBody>
          <a:body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2504277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0158E5-E589-F15E-5EAB-A39B591F1218}"/>
              </a:ext>
            </a:extLst>
          </p:cNvPr>
          <p:cNvSpPr>
            <a:spLocks noGrp="1"/>
          </p:cNvSpPr>
          <p:nvPr>
            <p:ph type="title"/>
          </p:nvPr>
        </p:nvSpPr>
        <p:spPr>
          <a:xfrm>
            <a:off x="992188" y="539750"/>
            <a:ext cx="4643437" cy="1890713"/>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9461140-0CE9-9DDF-6F16-4B5822BB29C3}"/>
              </a:ext>
            </a:extLst>
          </p:cNvPr>
          <p:cNvSpPr>
            <a:spLocks noGrp="1"/>
          </p:cNvSpPr>
          <p:nvPr>
            <p:ph idx="1"/>
          </p:nvPr>
        </p:nvSpPr>
        <p:spPr>
          <a:xfrm>
            <a:off x="6121400" y="1166813"/>
            <a:ext cx="7291388" cy="575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D808C62-DCB1-CF92-32D5-181379EBDC3A}"/>
              </a:ext>
            </a:extLst>
          </p:cNvPr>
          <p:cNvSpPr>
            <a:spLocks noGrp="1"/>
          </p:cNvSpPr>
          <p:nvPr>
            <p:ph type="body" sz="half" idx="2"/>
          </p:nvPr>
        </p:nvSpPr>
        <p:spPr>
          <a:xfrm>
            <a:off x="992188" y="2430463"/>
            <a:ext cx="4643437" cy="45005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69674BB-BCE3-109A-A01C-62D5DAE76A28}"/>
              </a:ext>
            </a:extLst>
          </p:cNvPr>
          <p:cNvSpPr>
            <a:spLocks noGrp="1"/>
          </p:cNvSpPr>
          <p:nvPr>
            <p:ph type="dt" sz="half" idx="10"/>
          </p:nvPr>
        </p:nvSpPr>
        <p:spPr/>
        <p:txBody>
          <a:bodyPr/>
          <a:lstStyle/>
          <a:p>
            <a:fld id="{C039123B-37CE-496E-8EC9-8F5FF30F01CD}" type="datetimeFigureOut">
              <a:rPr lang="zh-CN" altLang="en-US" smtClean="0"/>
              <a:t>2025/12/17</a:t>
            </a:fld>
            <a:endParaRPr lang="zh-CN" altLang="en-US"/>
          </a:p>
        </p:txBody>
      </p:sp>
      <p:sp>
        <p:nvSpPr>
          <p:cNvPr id="6" name="页脚占位符 5">
            <a:extLst>
              <a:ext uri="{FF2B5EF4-FFF2-40B4-BE49-F238E27FC236}">
                <a16:creationId xmlns:a16="http://schemas.microsoft.com/office/drawing/2014/main" id="{8A2AC4DB-8A29-2D0B-9E92-AC25DC951F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FFE24AE-9115-DE38-1175-14E6477A59B9}"/>
              </a:ext>
            </a:extLst>
          </p:cNvPr>
          <p:cNvSpPr>
            <a:spLocks noGrp="1"/>
          </p:cNvSpPr>
          <p:nvPr>
            <p:ph type="sldNum" sz="quarter" idx="12"/>
          </p:nvPr>
        </p:nvSpPr>
        <p:spPr/>
        <p:txBody>
          <a:body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9857653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4DEE8B-7D14-E558-A7E0-5878B20AE2EF}"/>
              </a:ext>
            </a:extLst>
          </p:cNvPr>
          <p:cNvSpPr>
            <a:spLocks noGrp="1"/>
          </p:cNvSpPr>
          <p:nvPr>
            <p:ph type="title"/>
          </p:nvPr>
        </p:nvSpPr>
        <p:spPr>
          <a:xfrm>
            <a:off x="992188" y="539750"/>
            <a:ext cx="4643437" cy="1890713"/>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C50823A-DA27-F398-AC49-B5B7F12F3B57}"/>
              </a:ext>
            </a:extLst>
          </p:cNvPr>
          <p:cNvSpPr>
            <a:spLocks noGrp="1"/>
          </p:cNvSpPr>
          <p:nvPr>
            <p:ph type="pic" idx="1"/>
          </p:nvPr>
        </p:nvSpPr>
        <p:spPr>
          <a:xfrm>
            <a:off x="6121400" y="1166813"/>
            <a:ext cx="7291388" cy="57546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4BEF318-F4D1-5F1C-958B-310AA38519D5}"/>
              </a:ext>
            </a:extLst>
          </p:cNvPr>
          <p:cNvSpPr>
            <a:spLocks noGrp="1"/>
          </p:cNvSpPr>
          <p:nvPr>
            <p:ph type="body" sz="half" idx="2"/>
          </p:nvPr>
        </p:nvSpPr>
        <p:spPr>
          <a:xfrm>
            <a:off x="992188" y="2430463"/>
            <a:ext cx="4643437" cy="45005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2316340-D943-8241-B6D0-C951224AAFFD}"/>
              </a:ext>
            </a:extLst>
          </p:cNvPr>
          <p:cNvSpPr>
            <a:spLocks noGrp="1"/>
          </p:cNvSpPr>
          <p:nvPr>
            <p:ph type="dt" sz="half" idx="10"/>
          </p:nvPr>
        </p:nvSpPr>
        <p:spPr/>
        <p:txBody>
          <a:bodyPr/>
          <a:lstStyle/>
          <a:p>
            <a:fld id="{C039123B-37CE-496E-8EC9-8F5FF30F01CD}" type="datetimeFigureOut">
              <a:rPr lang="zh-CN" altLang="en-US" smtClean="0"/>
              <a:t>2025/12/17</a:t>
            </a:fld>
            <a:endParaRPr lang="zh-CN" altLang="en-US"/>
          </a:p>
        </p:txBody>
      </p:sp>
      <p:sp>
        <p:nvSpPr>
          <p:cNvPr id="6" name="页脚占位符 5">
            <a:extLst>
              <a:ext uri="{FF2B5EF4-FFF2-40B4-BE49-F238E27FC236}">
                <a16:creationId xmlns:a16="http://schemas.microsoft.com/office/drawing/2014/main" id="{6A977D6F-EAE2-279C-82D2-FC25886B86C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20E504-9B43-5E4B-98B5-27CB1A57BD10}"/>
              </a:ext>
            </a:extLst>
          </p:cNvPr>
          <p:cNvSpPr>
            <a:spLocks noGrp="1"/>
          </p:cNvSpPr>
          <p:nvPr>
            <p:ph type="sldNum" sz="quarter" idx="12"/>
          </p:nvPr>
        </p:nvSpPr>
        <p:spPr/>
        <p:txBody>
          <a:body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7154584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57C8EB-04A9-1218-5CC6-774E4476A6F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A91D363-90FA-5FB9-D5D5-9D1E447527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E47070A-0809-D4BA-889B-6E9D34083C7F}"/>
              </a:ext>
            </a:extLst>
          </p:cNvPr>
          <p:cNvSpPr>
            <a:spLocks noGrp="1"/>
          </p:cNvSpPr>
          <p:nvPr>
            <p:ph type="dt" sz="half" idx="10"/>
          </p:nvPr>
        </p:nvSpPr>
        <p:spPr/>
        <p:txBody>
          <a:bodyPr/>
          <a:lstStyle/>
          <a:p>
            <a:fld id="{C039123B-37CE-496E-8EC9-8F5FF30F01CD}"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1E02D73C-D8AB-5ECA-C80A-332EA98DAD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D47ED2-D8F6-6B15-D06D-A7081037CB2F}"/>
              </a:ext>
            </a:extLst>
          </p:cNvPr>
          <p:cNvSpPr>
            <a:spLocks noGrp="1"/>
          </p:cNvSpPr>
          <p:nvPr>
            <p:ph type="sldNum" sz="quarter" idx="12"/>
          </p:nvPr>
        </p:nvSpPr>
        <p:spPr/>
        <p:txBody>
          <a:body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12122302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78B9248-0576-4D60-7D1A-2BE88755079D}"/>
              </a:ext>
            </a:extLst>
          </p:cNvPr>
          <p:cNvSpPr>
            <a:spLocks noGrp="1"/>
          </p:cNvSpPr>
          <p:nvPr>
            <p:ph type="title" orient="vert"/>
          </p:nvPr>
        </p:nvSpPr>
        <p:spPr>
          <a:xfrm>
            <a:off x="10306050" y="431800"/>
            <a:ext cx="3103563" cy="6862763"/>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726CDFE-4A2D-612F-DB08-62C0A8AB2A13}"/>
              </a:ext>
            </a:extLst>
          </p:cNvPr>
          <p:cNvSpPr>
            <a:spLocks noGrp="1"/>
          </p:cNvSpPr>
          <p:nvPr>
            <p:ph type="body" orient="vert" idx="1"/>
          </p:nvPr>
        </p:nvSpPr>
        <p:spPr>
          <a:xfrm>
            <a:off x="990600" y="431800"/>
            <a:ext cx="9163050" cy="6862763"/>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59691AA-2445-CF67-F62A-EEFFB9B6F474}"/>
              </a:ext>
            </a:extLst>
          </p:cNvPr>
          <p:cNvSpPr>
            <a:spLocks noGrp="1"/>
          </p:cNvSpPr>
          <p:nvPr>
            <p:ph type="dt" sz="half" idx="10"/>
          </p:nvPr>
        </p:nvSpPr>
        <p:spPr/>
        <p:txBody>
          <a:bodyPr/>
          <a:lstStyle/>
          <a:p>
            <a:fld id="{C039123B-37CE-496E-8EC9-8F5FF30F01CD}"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F919F31C-43FD-FA9A-7923-9DC7A475A3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7EA9E9-E653-EA8E-425E-637F1495E2B8}"/>
              </a:ext>
            </a:extLst>
          </p:cNvPr>
          <p:cNvSpPr>
            <a:spLocks noGrp="1"/>
          </p:cNvSpPr>
          <p:nvPr>
            <p:ph type="sldNum" sz="quarter" idx="12"/>
          </p:nvPr>
        </p:nvSpPr>
        <p:spPr/>
        <p:txBody>
          <a:body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34491999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副标题 2"/>
          <p:cNvSpPr>
            <a:spLocks noGrp="1"/>
          </p:cNvSpPr>
          <p:nvPr>
            <p:ph type="subTitle" idx="1" hasCustomPrompt="1"/>
          </p:nvPr>
        </p:nvSpPr>
        <p:spPr>
          <a:xfrm>
            <a:off x="501906" y="3125790"/>
            <a:ext cx="13396409" cy="1847845"/>
          </a:xfrm>
          <a:prstGeom prst="rect">
            <a:avLst/>
          </a:prstGeom>
        </p:spPr>
        <p:txBody>
          <a:bodyPr lIns="91422" tIns="45710" rIns="91422" bIns="45710">
            <a:normAutofit/>
          </a:bodyPr>
          <a:lstStyle>
            <a:lvl1pPr marL="0" marR="0" indent="0" algn="ctr" defTabSz="1439545" rtl="0" eaLnBrk="1" fontAlgn="auto" latinLnBrk="0" hangingPunct="1">
              <a:lnSpc>
                <a:spcPct val="100000"/>
              </a:lnSpc>
              <a:spcBef>
                <a:spcPct val="20000"/>
              </a:spcBef>
              <a:spcAft>
                <a:spcPts val="0"/>
              </a:spcAft>
              <a:buClrTx/>
              <a:buSzTx/>
              <a:buFont typeface="Arial" panose="020B0604020202020204" pitchFamily="34" charset="0"/>
              <a:buNone/>
              <a:defRPr sz="4725" baseline="0">
                <a:solidFill>
                  <a:schemeClr val="tx1"/>
                </a:solidFill>
                <a:latin typeface="+mn-ea"/>
                <a:ea typeface="+mn-ea"/>
              </a:defRPr>
            </a:lvl1pPr>
            <a:lvl2pPr marL="719455" indent="0" algn="ctr">
              <a:buNone/>
              <a:defRPr>
                <a:solidFill>
                  <a:schemeClr val="tx1">
                    <a:tint val="75000"/>
                  </a:schemeClr>
                </a:solidFill>
              </a:defRPr>
            </a:lvl2pPr>
            <a:lvl3pPr marL="1439545" indent="0" algn="ctr">
              <a:buNone/>
              <a:defRPr>
                <a:solidFill>
                  <a:schemeClr val="tx1">
                    <a:tint val="75000"/>
                  </a:schemeClr>
                </a:solidFill>
              </a:defRPr>
            </a:lvl3pPr>
            <a:lvl4pPr marL="2159000" indent="0" algn="ctr">
              <a:buNone/>
              <a:defRPr>
                <a:solidFill>
                  <a:schemeClr val="tx1">
                    <a:tint val="75000"/>
                  </a:schemeClr>
                </a:solidFill>
              </a:defRPr>
            </a:lvl4pPr>
            <a:lvl5pPr marL="2879090" indent="0" algn="ctr">
              <a:buNone/>
              <a:defRPr>
                <a:solidFill>
                  <a:schemeClr val="tx1">
                    <a:tint val="75000"/>
                  </a:schemeClr>
                </a:solidFill>
              </a:defRPr>
            </a:lvl5pPr>
            <a:lvl6pPr marL="3598545" indent="0" algn="ctr">
              <a:buNone/>
              <a:defRPr>
                <a:solidFill>
                  <a:schemeClr val="tx1">
                    <a:tint val="75000"/>
                  </a:schemeClr>
                </a:solidFill>
              </a:defRPr>
            </a:lvl6pPr>
            <a:lvl7pPr marL="4318635" indent="0" algn="ctr">
              <a:buNone/>
              <a:defRPr>
                <a:solidFill>
                  <a:schemeClr val="tx1">
                    <a:tint val="75000"/>
                  </a:schemeClr>
                </a:solidFill>
              </a:defRPr>
            </a:lvl7pPr>
            <a:lvl8pPr marL="5038090" indent="0" algn="ctr">
              <a:buNone/>
              <a:defRPr>
                <a:solidFill>
                  <a:schemeClr val="tx1">
                    <a:tint val="75000"/>
                  </a:schemeClr>
                </a:solidFill>
              </a:defRPr>
            </a:lvl8pPr>
            <a:lvl9pPr marL="5757545" indent="0" algn="ctr">
              <a:buNone/>
              <a:defRPr>
                <a:solidFill>
                  <a:schemeClr val="tx1">
                    <a:tint val="75000"/>
                  </a:schemeClr>
                </a:solidFill>
              </a:defRPr>
            </a:lvl9pPr>
          </a:lstStyle>
          <a:p>
            <a:r>
              <a:rPr lang="zh-CN" altLang="en-US" dirty="0"/>
              <a:t>微软雅黑 </a:t>
            </a:r>
            <a:r>
              <a:rPr lang="en-US" altLang="zh-CN" dirty="0"/>
              <a:t>40pt </a:t>
            </a:r>
            <a:r>
              <a:rPr lang="zh-CN" altLang="en-US" dirty="0"/>
              <a:t>，居中，最多两行</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4" name="标题 1"/>
          <p:cNvSpPr>
            <a:spLocks noGrp="1"/>
          </p:cNvSpPr>
          <p:nvPr>
            <p:ph type="ctrTitle" hasCustomPrompt="1"/>
          </p:nvPr>
        </p:nvSpPr>
        <p:spPr>
          <a:xfrm>
            <a:off x="1078099" y="1363475"/>
            <a:ext cx="11800229" cy="919866"/>
          </a:xfrm>
          <a:prstGeom prst="rect">
            <a:avLst/>
          </a:prstGeom>
        </p:spPr>
        <p:txBody>
          <a:bodyPr lIns="91422" tIns="45710" rIns="91422" bIns="45710">
            <a:normAutofit/>
          </a:bodyPr>
          <a:lstStyle>
            <a:lvl1pPr marL="0" marR="0" indent="0" algn="l" defTabSz="1439545" rtl="0" eaLnBrk="1" fontAlgn="auto" latinLnBrk="0" hangingPunct="1">
              <a:lnSpc>
                <a:spcPct val="100000"/>
              </a:lnSpc>
              <a:spcBef>
                <a:spcPct val="0"/>
              </a:spcBef>
              <a:spcAft>
                <a:spcPts val="0"/>
              </a:spcAft>
              <a:buClrTx/>
              <a:buSzTx/>
              <a:buFontTx/>
              <a:buNone/>
              <a:defRPr sz="4250" b="0" baseline="0">
                <a:solidFill>
                  <a:schemeClr val="tx1">
                    <a:lumMod val="65000"/>
                    <a:lumOff val="35000"/>
                  </a:schemeClr>
                </a:solidFill>
                <a:latin typeface="+mj-lt"/>
              </a:defRPr>
            </a:lvl1pPr>
          </a:lstStyle>
          <a:p>
            <a:r>
              <a:rPr lang="en-US" altLang="zh-CN" dirty="0"/>
              <a:t>Slide Title</a:t>
            </a:r>
          </a:p>
        </p:txBody>
      </p:sp>
      <p:sp>
        <p:nvSpPr>
          <p:cNvPr id="5" name="副标题 2"/>
          <p:cNvSpPr>
            <a:spLocks noGrp="1"/>
          </p:cNvSpPr>
          <p:nvPr>
            <p:ph type="subTitle" idx="1" hasCustomPrompt="1"/>
          </p:nvPr>
        </p:nvSpPr>
        <p:spPr>
          <a:xfrm>
            <a:off x="1078099" y="2519300"/>
            <a:ext cx="11800229" cy="4838210"/>
          </a:xfrm>
          <a:prstGeom prst="rect">
            <a:avLst/>
          </a:prstGeom>
        </p:spPr>
        <p:txBody>
          <a:bodyPr lIns="91422" tIns="45710" rIns="91422" bIns="45710">
            <a:normAutofit/>
          </a:bodyPr>
          <a:lstStyle>
            <a:lvl1pPr marL="0" marR="0" indent="0" algn="l" defTabSz="1439545" rtl="0" eaLnBrk="1" fontAlgn="auto" latinLnBrk="0" hangingPunct="1">
              <a:lnSpc>
                <a:spcPct val="100000"/>
              </a:lnSpc>
              <a:spcBef>
                <a:spcPct val="20000"/>
              </a:spcBef>
              <a:spcAft>
                <a:spcPts val="0"/>
              </a:spcAft>
              <a:buClrTx/>
              <a:buSzTx/>
              <a:buFont typeface="Arial" panose="020B0604020202020204" pitchFamily="34" charset="0"/>
              <a:buNone/>
              <a:defRPr sz="2835" baseline="0">
                <a:solidFill>
                  <a:schemeClr val="tx1">
                    <a:lumMod val="65000"/>
                    <a:lumOff val="35000"/>
                  </a:schemeClr>
                </a:solidFill>
                <a:latin typeface="+mn-lt"/>
              </a:defRPr>
            </a:lvl1pPr>
            <a:lvl2pPr marL="719455" indent="0" algn="ctr">
              <a:buNone/>
              <a:defRPr>
                <a:solidFill>
                  <a:schemeClr val="tx1">
                    <a:tint val="75000"/>
                  </a:schemeClr>
                </a:solidFill>
              </a:defRPr>
            </a:lvl2pPr>
            <a:lvl3pPr marL="1439545" indent="0" algn="ctr">
              <a:buNone/>
              <a:defRPr>
                <a:solidFill>
                  <a:schemeClr val="tx1">
                    <a:tint val="75000"/>
                  </a:schemeClr>
                </a:solidFill>
              </a:defRPr>
            </a:lvl3pPr>
            <a:lvl4pPr marL="2159000" indent="0" algn="ctr">
              <a:buNone/>
              <a:defRPr>
                <a:solidFill>
                  <a:schemeClr val="tx1">
                    <a:tint val="75000"/>
                  </a:schemeClr>
                </a:solidFill>
              </a:defRPr>
            </a:lvl4pPr>
            <a:lvl5pPr marL="2879090" indent="0" algn="ctr">
              <a:buNone/>
              <a:defRPr>
                <a:solidFill>
                  <a:schemeClr val="tx1">
                    <a:tint val="75000"/>
                  </a:schemeClr>
                </a:solidFill>
              </a:defRPr>
            </a:lvl5pPr>
            <a:lvl6pPr marL="3598545" indent="0" algn="ctr">
              <a:buNone/>
              <a:defRPr>
                <a:solidFill>
                  <a:schemeClr val="tx1">
                    <a:tint val="75000"/>
                  </a:schemeClr>
                </a:solidFill>
              </a:defRPr>
            </a:lvl6pPr>
            <a:lvl7pPr marL="4318635" indent="0" algn="ctr">
              <a:buNone/>
              <a:defRPr>
                <a:solidFill>
                  <a:schemeClr val="tx1">
                    <a:tint val="75000"/>
                  </a:schemeClr>
                </a:solidFill>
              </a:defRPr>
            </a:lvl7pPr>
            <a:lvl8pPr marL="5038090" indent="0" algn="ctr">
              <a:buNone/>
              <a:defRPr>
                <a:solidFill>
                  <a:schemeClr val="tx1">
                    <a:tint val="75000"/>
                  </a:schemeClr>
                </a:solidFill>
              </a:defRPr>
            </a:lvl8pPr>
            <a:lvl9pPr marL="5757545" indent="0" algn="ctr">
              <a:buNone/>
              <a:defRPr>
                <a:solidFill>
                  <a:schemeClr val="tx1">
                    <a:tint val="75000"/>
                  </a:schemeClr>
                </a:solidFill>
              </a:defRPr>
            </a:lvl9pPr>
          </a:lstStyle>
          <a:p>
            <a:r>
              <a:rPr lang="en-US" altLang="zh-CN" dirty="0"/>
              <a:t>Headline in Arial Regular 24 - 32 point</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4" name="标题 1"/>
          <p:cNvSpPr>
            <a:spLocks noGrp="1"/>
          </p:cNvSpPr>
          <p:nvPr>
            <p:ph type="ctrTitle" hasCustomPrompt="1"/>
          </p:nvPr>
        </p:nvSpPr>
        <p:spPr>
          <a:xfrm>
            <a:off x="1078099" y="1363475"/>
            <a:ext cx="11800229" cy="919866"/>
          </a:xfrm>
          <a:prstGeom prst="rect">
            <a:avLst/>
          </a:prstGeom>
        </p:spPr>
        <p:txBody>
          <a:bodyPr lIns="91422" tIns="45710" rIns="91422" bIns="45710">
            <a:normAutofit/>
          </a:bodyPr>
          <a:lstStyle>
            <a:lvl1pPr marL="0" marR="0" indent="0" algn="l" defTabSz="1439545" rtl="0" eaLnBrk="1" fontAlgn="auto" latinLnBrk="0" hangingPunct="1">
              <a:lnSpc>
                <a:spcPct val="100000"/>
              </a:lnSpc>
              <a:spcBef>
                <a:spcPct val="0"/>
              </a:spcBef>
              <a:spcAft>
                <a:spcPts val="0"/>
              </a:spcAft>
              <a:buClrTx/>
              <a:buSzTx/>
              <a:buFontTx/>
              <a:buNone/>
              <a:defRPr sz="4250" b="0" baseline="0">
                <a:solidFill>
                  <a:schemeClr val="tx1">
                    <a:lumMod val="65000"/>
                    <a:lumOff val="35000"/>
                  </a:schemeClr>
                </a:solidFill>
                <a:latin typeface="+mj-lt"/>
              </a:defRPr>
            </a:lvl1pPr>
          </a:lstStyle>
          <a:p>
            <a:r>
              <a:rPr lang="en-US" altLang="zh-CN" dirty="0"/>
              <a:t>Slide Title</a:t>
            </a:r>
          </a:p>
        </p:txBody>
      </p:sp>
      <p:sp>
        <p:nvSpPr>
          <p:cNvPr id="5" name="副标题 2"/>
          <p:cNvSpPr>
            <a:spLocks noGrp="1"/>
          </p:cNvSpPr>
          <p:nvPr>
            <p:ph type="subTitle" idx="1" hasCustomPrompt="1"/>
          </p:nvPr>
        </p:nvSpPr>
        <p:spPr>
          <a:xfrm>
            <a:off x="1078099" y="2519300"/>
            <a:ext cx="11800229" cy="4838210"/>
          </a:xfrm>
          <a:prstGeom prst="rect">
            <a:avLst/>
          </a:prstGeom>
        </p:spPr>
        <p:txBody>
          <a:bodyPr lIns="91422" tIns="45710" rIns="91422" bIns="45710">
            <a:normAutofit/>
          </a:bodyPr>
          <a:lstStyle>
            <a:lvl1pPr marL="0" marR="0" indent="0" algn="l" defTabSz="1439545" rtl="0" eaLnBrk="1" fontAlgn="auto" latinLnBrk="0" hangingPunct="1">
              <a:lnSpc>
                <a:spcPct val="100000"/>
              </a:lnSpc>
              <a:spcBef>
                <a:spcPct val="20000"/>
              </a:spcBef>
              <a:spcAft>
                <a:spcPts val="0"/>
              </a:spcAft>
              <a:buClrTx/>
              <a:buSzTx/>
              <a:buFont typeface="Arial" panose="020B0604020202020204" pitchFamily="34" charset="0"/>
              <a:buNone/>
              <a:defRPr sz="2835" baseline="0">
                <a:solidFill>
                  <a:schemeClr val="tx1">
                    <a:lumMod val="65000"/>
                    <a:lumOff val="35000"/>
                  </a:schemeClr>
                </a:solidFill>
                <a:latin typeface="+mn-lt"/>
              </a:defRPr>
            </a:lvl1pPr>
            <a:lvl2pPr marL="719455" indent="0" algn="ctr">
              <a:buNone/>
              <a:defRPr>
                <a:solidFill>
                  <a:schemeClr val="tx1">
                    <a:tint val="75000"/>
                  </a:schemeClr>
                </a:solidFill>
              </a:defRPr>
            </a:lvl2pPr>
            <a:lvl3pPr marL="1439545" indent="0" algn="ctr">
              <a:buNone/>
              <a:defRPr>
                <a:solidFill>
                  <a:schemeClr val="tx1">
                    <a:tint val="75000"/>
                  </a:schemeClr>
                </a:solidFill>
              </a:defRPr>
            </a:lvl3pPr>
            <a:lvl4pPr marL="2159000" indent="0" algn="ctr">
              <a:buNone/>
              <a:defRPr>
                <a:solidFill>
                  <a:schemeClr val="tx1">
                    <a:tint val="75000"/>
                  </a:schemeClr>
                </a:solidFill>
              </a:defRPr>
            </a:lvl4pPr>
            <a:lvl5pPr marL="2879090" indent="0" algn="ctr">
              <a:buNone/>
              <a:defRPr>
                <a:solidFill>
                  <a:schemeClr val="tx1">
                    <a:tint val="75000"/>
                  </a:schemeClr>
                </a:solidFill>
              </a:defRPr>
            </a:lvl5pPr>
            <a:lvl6pPr marL="3598545" indent="0" algn="ctr">
              <a:buNone/>
              <a:defRPr>
                <a:solidFill>
                  <a:schemeClr val="tx1">
                    <a:tint val="75000"/>
                  </a:schemeClr>
                </a:solidFill>
              </a:defRPr>
            </a:lvl6pPr>
            <a:lvl7pPr marL="4318635" indent="0" algn="ctr">
              <a:buNone/>
              <a:defRPr>
                <a:solidFill>
                  <a:schemeClr val="tx1">
                    <a:tint val="75000"/>
                  </a:schemeClr>
                </a:solidFill>
              </a:defRPr>
            </a:lvl7pPr>
            <a:lvl8pPr marL="5038090" indent="0" algn="ctr">
              <a:buNone/>
              <a:defRPr>
                <a:solidFill>
                  <a:schemeClr val="tx1">
                    <a:tint val="75000"/>
                  </a:schemeClr>
                </a:solidFill>
              </a:defRPr>
            </a:lvl8pPr>
            <a:lvl9pPr marL="5757545" indent="0" algn="ctr">
              <a:buNone/>
              <a:defRPr>
                <a:solidFill>
                  <a:schemeClr val="tx1">
                    <a:tint val="75000"/>
                  </a:schemeClr>
                </a:solidFill>
              </a:defRPr>
            </a:lvl9pPr>
          </a:lstStyle>
          <a:p>
            <a:r>
              <a:rPr lang="en-US" altLang="zh-CN" dirty="0"/>
              <a:t>Headline in Arial Regular 24 - 32 point</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81151" y="0"/>
            <a:ext cx="12699266" cy="7234844"/>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190019" y="435837"/>
            <a:ext cx="12020177" cy="880785"/>
          </a:xfrm>
          <a:prstGeom prst="rect">
            <a:avLst/>
          </a:prstGeom>
        </p:spPr>
        <p:txBody>
          <a:bodyPr/>
          <a:lstStyle/>
          <a:p>
            <a:r>
              <a:rPr lang="en-US"/>
              <a:t>Click to edit Master title style</a:t>
            </a:r>
          </a:p>
        </p:txBody>
      </p:sp>
    </p:spTree>
  </p:cSld>
  <p:clrMapOvr>
    <a:masterClrMapping/>
  </p:clrMapOvr>
  <p:transition advClick="0" advTm="8000">
    <p:fade thruBlk="1"/>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90015" y="431220"/>
            <a:ext cx="12420184" cy="1565514"/>
          </a:xfrm>
          <a:prstGeom prst="rect">
            <a:avLst/>
          </a:prstGeom>
        </p:spPr>
        <p:txBody>
          <a:bodyPr/>
          <a:lstStyle/>
          <a:p>
            <a:r>
              <a:rPr lang="zh-CN" altLang="en-US"/>
              <a:t>单击此处编辑母版标题样式</a:t>
            </a:r>
            <a:endParaRPr lang="zh-CN" altLang="en-US" dirty="0"/>
          </a:p>
        </p:txBody>
      </p:sp>
      <p:sp>
        <p:nvSpPr>
          <p:cNvPr id="3" name="内容占位符 2"/>
          <p:cNvSpPr>
            <a:spLocks noGrp="1"/>
          </p:cNvSpPr>
          <p:nvPr>
            <p:ph idx="1"/>
          </p:nvPr>
        </p:nvSpPr>
        <p:spPr>
          <a:xfrm>
            <a:off x="990015" y="2156097"/>
            <a:ext cx="12420184" cy="513901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a:xfrm>
            <a:off x="10170150" y="7506970"/>
            <a:ext cx="3240048" cy="431219"/>
          </a:xfrm>
          <a:prstGeom prst="rect">
            <a:avLst/>
          </a:prstGeom>
        </p:spPr>
        <p:txBody>
          <a:bodyPr/>
          <a:lstStyle>
            <a:lvl1pPr>
              <a:defRPr/>
            </a:lvl1pPr>
          </a:lstStyle>
          <a:p>
            <a:pPr defTabSz="1079500"/>
            <a:r>
              <a:rPr lang="en-US" altLang="zh-CN" sz="2245">
                <a:solidFill>
                  <a:prstClr val="black"/>
                </a:solidFill>
              </a:rPr>
              <a:t>Page</a:t>
            </a:r>
            <a:fld id="{B77D227A-1AE4-4BCD-9973-754D0181BA73}" type="slidenum">
              <a:rPr lang="en-US" altLang="zh-CN" sz="2245" smtClean="0">
                <a:solidFill>
                  <a:prstClr val="black"/>
                </a:solidFill>
              </a:rPr>
              <a:t>‹#›</a:t>
            </a:fld>
            <a:endParaRPr lang="en-US" altLang="zh-CN" sz="2245">
              <a:solidFill>
                <a:prstClr val="black"/>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736301" y="2944158"/>
            <a:ext cx="12672461" cy="834486"/>
          </a:xfrm>
          <a:prstGeom prst="rect">
            <a:avLst/>
          </a:prstGeom>
        </p:spPr>
        <p:txBody>
          <a:bodyPr anchor="b">
            <a:normAutofit/>
          </a:bodyPr>
          <a:lstStyle>
            <a:lvl1pPr algn="ctr">
              <a:defRPr sz="4675" b="0" baseline="0">
                <a:solidFill>
                  <a:schemeClr val="bg1"/>
                </a:solidFill>
                <a:latin typeface="微软雅黑" panose="020B0503020204020204" pitchFamily="34" charset="-122"/>
                <a:ea typeface="微软雅黑" panose="020B0503020204020204" pitchFamily="34" charset="-122"/>
              </a:defRPr>
            </a:lvl1pPr>
          </a:lstStyle>
          <a:p>
            <a:r>
              <a:rPr lang="zh-CN" altLang="en-US" dirty="0"/>
              <a:t>微软雅黑 </a:t>
            </a:r>
            <a:r>
              <a:rPr lang="en-US" altLang="zh-CN" dirty="0"/>
              <a:t>44pt </a:t>
            </a:r>
            <a:r>
              <a:rPr lang="zh-CN" altLang="en-US" dirty="0"/>
              <a:t>，居中，最多两行</a:t>
            </a:r>
          </a:p>
        </p:txBody>
      </p:sp>
      <p:sp>
        <p:nvSpPr>
          <p:cNvPr id="5" name="页脚占位符 4"/>
          <p:cNvSpPr>
            <a:spLocks noGrp="1"/>
          </p:cNvSpPr>
          <p:nvPr>
            <p:ph type="ftr" sz="quarter" idx="11"/>
          </p:nvPr>
        </p:nvSpPr>
        <p:spPr>
          <a:xfrm>
            <a:off x="4770071" y="7506971"/>
            <a:ext cx="4860072" cy="431219"/>
          </a:xfrm>
          <a:prstGeom prst="rect">
            <a:avLst/>
          </a:prstGeom>
        </p:spPr>
        <p:txBody>
          <a:bodyPr/>
          <a:lstStyle/>
          <a:p>
            <a:pPr defTabSz="1079500"/>
            <a:endParaRPr lang="zh-CN" altLang="en-US" sz="2245">
              <a:solidFill>
                <a:prstClr val="black"/>
              </a:solidFill>
            </a:endParaRPr>
          </a:p>
        </p:txBody>
      </p:sp>
      <p:sp>
        <p:nvSpPr>
          <p:cNvPr id="6" name="灯片编号占位符 5"/>
          <p:cNvSpPr>
            <a:spLocks noGrp="1"/>
          </p:cNvSpPr>
          <p:nvPr>
            <p:ph type="sldNum" sz="quarter" idx="12"/>
          </p:nvPr>
        </p:nvSpPr>
        <p:spPr>
          <a:xfrm>
            <a:off x="412465" y="7474243"/>
            <a:ext cx="3240048" cy="431219"/>
          </a:xfrm>
          <a:prstGeom prst="rect">
            <a:avLst/>
          </a:prstGeom>
        </p:spPr>
        <p:txBody>
          <a:bodyPr/>
          <a:lstStyle>
            <a:lvl1pPr algn="l">
              <a:defRPr/>
            </a:lvl1pPr>
          </a:lstStyle>
          <a:p>
            <a:pPr defTabSz="1079500"/>
            <a:fld id="{B58583F5-48BB-4DCE-AF36-4BBA144D1486}" type="slidenum">
              <a:rPr lang="zh-CN" altLang="en-US" sz="2245" smtClean="0">
                <a:solidFill>
                  <a:prstClr val="black"/>
                </a:solidFill>
              </a:rPr>
              <a:t>‹#›</a:t>
            </a:fld>
            <a:endParaRPr lang="zh-CN" altLang="en-US" sz="2245" dirty="0">
              <a:solidFill>
                <a:prstClr val="black"/>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736301" y="2944158"/>
            <a:ext cx="12672461" cy="834486"/>
          </a:xfrm>
          <a:prstGeom prst="rect">
            <a:avLst/>
          </a:prstGeom>
        </p:spPr>
        <p:txBody>
          <a:bodyPr anchor="b">
            <a:normAutofit/>
          </a:bodyPr>
          <a:lstStyle>
            <a:lvl1pPr algn="ctr">
              <a:defRPr sz="4675" b="0" baseline="0">
                <a:solidFill>
                  <a:schemeClr val="bg1"/>
                </a:solidFill>
                <a:latin typeface="微软雅黑" panose="020B0503020204020204" pitchFamily="34" charset="-122"/>
                <a:ea typeface="微软雅黑" panose="020B0503020204020204" pitchFamily="34" charset="-122"/>
              </a:defRPr>
            </a:lvl1pPr>
          </a:lstStyle>
          <a:p>
            <a:r>
              <a:rPr lang="zh-CN" altLang="en-US" dirty="0"/>
              <a:t>微软雅黑 </a:t>
            </a:r>
            <a:r>
              <a:rPr lang="en-US" altLang="zh-CN" dirty="0"/>
              <a:t>44pt </a:t>
            </a:r>
            <a:r>
              <a:rPr lang="zh-CN" altLang="en-US" dirty="0"/>
              <a:t>，居中，最多两行</a:t>
            </a:r>
          </a:p>
        </p:txBody>
      </p:sp>
      <p:sp>
        <p:nvSpPr>
          <p:cNvPr id="5" name="页脚占位符 4"/>
          <p:cNvSpPr>
            <a:spLocks noGrp="1"/>
          </p:cNvSpPr>
          <p:nvPr>
            <p:ph type="ftr" sz="quarter" idx="11"/>
          </p:nvPr>
        </p:nvSpPr>
        <p:spPr>
          <a:xfrm>
            <a:off x="4770071" y="7506971"/>
            <a:ext cx="4860072" cy="431219"/>
          </a:xfrm>
          <a:prstGeom prst="rect">
            <a:avLst/>
          </a:prstGeom>
        </p:spPr>
        <p:txBody>
          <a:bodyPr/>
          <a:lstStyle/>
          <a:p>
            <a:pPr defTabSz="1079500"/>
            <a:endParaRPr lang="zh-CN" altLang="en-US" sz="2245">
              <a:solidFill>
                <a:prstClr val="black"/>
              </a:solidFill>
            </a:endParaRPr>
          </a:p>
        </p:txBody>
      </p:sp>
      <p:sp>
        <p:nvSpPr>
          <p:cNvPr id="6" name="灯片编号占位符 5"/>
          <p:cNvSpPr>
            <a:spLocks noGrp="1"/>
          </p:cNvSpPr>
          <p:nvPr>
            <p:ph type="sldNum" sz="quarter" idx="12"/>
          </p:nvPr>
        </p:nvSpPr>
        <p:spPr>
          <a:xfrm>
            <a:off x="412465" y="7474243"/>
            <a:ext cx="3240048" cy="431219"/>
          </a:xfrm>
          <a:prstGeom prst="rect">
            <a:avLst/>
          </a:prstGeom>
        </p:spPr>
        <p:txBody>
          <a:bodyPr/>
          <a:lstStyle>
            <a:lvl1pPr algn="l">
              <a:defRPr/>
            </a:lvl1pPr>
          </a:lstStyle>
          <a:p>
            <a:pPr defTabSz="1079500"/>
            <a:fld id="{B58583F5-48BB-4DCE-AF36-4BBA144D1486}" type="slidenum">
              <a:rPr lang="zh-CN" altLang="en-US" sz="2245" smtClean="0">
                <a:solidFill>
                  <a:prstClr val="black"/>
                </a:solidFill>
              </a:rPr>
              <a:t>‹#›</a:t>
            </a:fld>
            <a:endParaRPr lang="zh-CN" altLang="en-US" sz="2245" dirty="0">
              <a:solidFill>
                <a:prstClr val="black"/>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736301" y="2944158"/>
            <a:ext cx="12672461" cy="834486"/>
          </a:xfrm>
          <a:prstGeom prst="rect">
            <a:avLst/>
          </a:prstGeom>
        </p:spPr>
        <p:txBody>
          <a:bodyPr anchor="b">
            <a:normAutofit/>
          </a:bodyPr>
          <a:lstStyle>
            <a:lvl1pPr algn="ctr">
              <a:defRPr sz="4675" b="0" baseline="0">
                <a:solidFill>
                  <a:schemeClr val="bg1"/>
                </a:solidFill>
                <a:latin typeface="微软雅黑" panose="020B0503020204020204" pitchFamily="34" charset="-122"/>
                <a:ea typeface="微软雅黑" panose="020B0503020204020204" pitchFamily="34" charset="-122"/>
              </a:defRPr>
            </a:lvl1pPr>
          </a:lstStyle>
          <a:p>
            <a:r>
              <a:rPr lang="zh-CN" altLang="en-US" dirty="0"/>
              <a:t>微软雅黑 </a:t>
            </a:r>
            <a:r>
              <a:rPr lang="en-US" altLang="zh-CN" dirty="0"/>
              <a:t>44pt </a:t>
            </a:r>
            <a:r>
              <a:rPr lang="zh-CN" altLang="en-US" dirty="0"/>
              <a:t>，居中，最多两行</a:t>
            </a:r>
          </a:p>
        </p:txBody>
      </p:sp>
      <p:sp>
        <p:nvSpPr>
          <p:cNvPr id="5" name="页脚占位符 4"/>
          <p:cNvSpPr>
            <a:spLocks noGrp="1"/>
          </p:cNvSpPr>
          <p:nvPr>
            <p:ph type="ftr" sz="quarter" idx="11"/>
          </p:nvPr>
        </p:nvSpPr>
        <p:spPr>
          <a:xfrm>
            <a:off x="4770071" y="7506971"/>
            <a:ext cx="4860072" cy="431219"/>
          </a:xfrm>
          <a:prstGeom prst="rect">
            <a:avLst/>
          </a:prstGeom>
        </p:spPr>
        <p:txBody>
          <a:bodyPr/>
          <a:lstStyle/>
          <a:p>
            <a:pPr defTabSz="1079500"/>
            <a:endParaRPr lang="zh-CN" altLang="en-US" sz="2245">
              <a:solidFill>
                <a:prstClr val="black"/>
              </a:solidFill>
            </a:endParaRPr>
          </a:p>
        </p:txBody>
      </p:sp>
      <p:sp>
        <p:nvSpPr>
          <p:cNvPr id="6" name="灯片编号占位符 5"/>
          <p:cNvSpPr>
            <a:spLocks noGrp="1"/>
          </p:cNvSpPr>
          <p:nvPr>
            <p:ph type="sldNum" sz="quarter" idx="12"/>
          </p:nvPr>
        </p:nvSpPr>
        <p:spPr>
          <a:xfrm>
            <a:off x="412465" y="7474243"/>
            <a:ext cx="3240048" cy="431219"/>
          </a:xfrm>
          <a:prstGeom prst="rect">
            <a:avLst/>
          </a:prstGeom>
        </p:spPr>
        <p:txBody>
          <a:bodyPr/>
          <a:lstStyle>
            <a:lvl1pPr algn="l">
              <a:defRPr/>
            </a:lvl1pPr>
          </a:lstStyle>
          <a:p>
            <a:pPr defTabSz="1079500"/>
            <a:fld id="{B58583F5-48BB-4DCE-AF36-4BBA144D1486}" type="slidenum">
              <a:rPr lang="zh-CN" altLang="en-US" sz="2245" smtClean="0">
                <a:solidFill>
                  <a:prstClr val="black"/>
                </a:solidFill>
              </a:rPr>
              <a:t>‹#›</a:t>
            </a:fld>
            <a:endParaRPr lang="zh-CN" altLang="en-US" sz="2245" dirty="0">
              <a:solidFill>
                <a:prstClr val="black"/>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079736" y="2515489"/>
            <a:ext cx="12240743" cy="1737599"/>
          </a:xfrm>
          <a:prstGeom prst="rect">
            <a:avLst/>
          </a:prstGeom>
        </p:spPr>
        <p:txBody>
          <a:bodyPr>
            <a:normAutofit/>
          </a:bodyPr>
          <a:lstStyle>
            <a:lvl1pPr algn="ctr">
              <a:defRPr sz="4720">
                <a:latin typeface="微软雅黑" panose="020B0503020204020204" pitchFamily="34" charset="-122"/>
                <a:ea typeface="微软雅黑" panose="020B0503020204020204" pitchFamily="34" charset="-122"/>
              </a:defRPr>
            </a:lvl1pPr>
          </a:lstStyle>
          <a:p>
            <a:r>
              <a:rPr lang="zh-CN" altLang="en-US" dirty="0"/>
              <a:t>微软雅黑 </a:t>
            </a:r>
            <a:r>
              <a:rPr lang="en-US" altLang="zh-CN" dirty="0"/>
              <a:t>40pt </a:t>
            </a:r>
            <a:r>
              <a:rPr lang="zh-CN" altLang="en-US" dirty="0"/>
              <a:t>，居中，最多两行</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8#仅标题">
    <p:spTree>
      <p:nvGrpSpPr>
        <p:cNvPr id="1" name=""/>
        <p:cNvGrpSpPr/>
        <p:nvPr/>
      </p:nvGrpSpPr>
      <p:grpSpPr>
        <a:xfrm>
          <a:off x="0" y="0"/>
          <a:ext cx="0" cy="0"/>
          <a:chOff x="0" y="0"/>
          <a:chExt cx="0" cy="0"/>
        </a:xfrm>
      </p:grpSpPr>
      <p:sp>
        <p:nvSpPr>
          <p:cNvPr id="10" name="Freeform 9"/>
          <p:cNvSpPr/>
          <p:nvPr userDrawn="1"/>
        </p:nvSpPr>
        <p:spPr bwMode="auto">
          <a:xfrm>
            <a:off x="3677" y="350016"/>
            <a:ext cx="1625650" cy="1020849"/>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107992" tIns="53996" rIns="107992" bIns="53996" numCol="1" spcCol="0" rtlCol="0" fromWordArt="0" anchor="t" anchorCtr="0" forceAA="0" compatLnSpc="1">
            <a:noAutofit/>
          </a:bodyPr>
          <a:lstStyle/>
          <a:p>
            <a:endParaRPr lang="zh-CN" altLang="en-US" sz="2010">
              <a:ea typeface="宋体" panose="02010600030101010101" pitchFamily="2" charset="-122"/>
            </a:endParaRPr>
          </a:p>
        </p:txBody>
      </p:sp>
      <p:sp>
        <p:nvSpPr>
          <p:cNvPr id="11" name="Freeform 11"/>
          <p:cNvSpPr/>
          <p:nvPr userDrawn="1"/>
        </p:nvSpPr>
        <p:spPr bwMode="auto">
          <a:xfrm>
            <a:off x="1471898" y="350016"/>
            <a:ext cx="275630" cy="1020849"/>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107992" tIns="53996" rIns="107992" bIns="53996" numCol="1" spcCol="0" rtlCol="0" fromWordArt="0" anchor="t" anchorCtr="0" forceAA="0" compatLnSpc="1">
            <a:noAutofit/>
          </a:bodyPr>
          <a:lstStyle/>
          <a:p>
            <a:endParaRPr lang="zh-CN" altLang="en-US" sz="2010">
              <a:ea typeface="宋体" panose="02010600030101010101" pitchFamily="2" charset="-122"/>
            </a:endParaRPr>
          </a:p>
        </p:txBody>
      </p:sp>
      <p:sp>
        <p:nvSpPr>
          <p:cNvPr id="12" name="Freeform 12"/>
          <p:cNvSpPr>
            <a:spLocks noEditPoints="1"/>
          </p:cNvSpPr>
          <p:nvPr userDrawn="1"/>
        </p:nvSpPr>
        <p:spPr bwMode="auto">
          <a:xfrm>
            <a:off x="566201" y="559892"/>
            <a:ext cx="600200" cy="601099"/>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107992" tIns="53996" rIns="107992" bIns="53996" numCol="1" anchor="t" anchorCtr="0" compatLnSpc="1"/>
          <a:lstStyle/>
          <a:p>
            <a:endParaRPr lang="zh-CN" altLang="en-US" sz="2010"/>
          </a:p>
        </p:txBody>
      </p:sp>
      <p:sp>
        <p:nvSpPr>
          <p:cNvPr id="6" name="标题 1"/>
          <p:cNvSpPr>
            <a:spLocks noGrp="1"/>
          </p:cNvSpPr>
          <p:nvPr>
            <p:ph type="title"/>
          </p:nvPr>
        </p:nvSpPr>
        <p:spPr>
          <a:xfrm>
            <a:off x="1883650" y="484690"/>
            <a:ext cx="11612298" cy="756797"/>
          </a:xfrm>
          <a:prstGeom prst="rect">
            <a:avLst/>
          </a:prstGeom>
        </p:spPr>
        <p:txBody>
          <a:bodyPr lIns="100800" tIns="50400" rIns="100800" bIns="50400" anchor="t" anchorCtr="0"/>
          <a:lstStyle>
            <a:lvl1pPr>
              <a:defRPr b="1">
                <a:latin typeface="+mn-ea"/>
                <a:ea typeface="+mn-ea"/>
              </a:defRPr>
            </a:lvl1pPr>
          </a:lstStyle>
          <a:p>
            <a:r>
              <a:rPr lang="zh-CN" altLang="en-US" dirty="0"/>
              <a:t>单击此处编辑母版标题样式</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探索">
    <p:bg>
      <p:bgPr>
        <a:solidFill>
          <a:srgbClr val="FFFFFF"/>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989034" y="2888116"/>
            <a:ext cx="5021311" cy="760489"/>
          </a:xfrm>
          <a:prstGeom prst="rect">
            <a:avLst/>
          </a:prstGeom>
        </p:spPr>
        <p:txBody>
          <a:bodyPr lIns="0" tIns="0" rIns="0" bIns="0"/>
          <a:lstStyle>
            <a:lvl1pPr marL="0" marR="0" indent="0" algn="l" defTabSz="1079500" rtl="0" eaLnBrk="1" fontAlgn="auto" latinLnBrk="0" hangingPunct="1">
              <a:lnSpc>
                <a:spcPct val="100000"/>
              </a:lnSpc>
              <a:spcBef>
                <a:spcPts val="0"/>
              </a:spcBef>
              <a:spcAft>
                <a:spcPts val="0"/>
              </a:spcAft>
              <a:buClrTx/>
              <a:buSzTx/>
              <a:buFontTx/>
              <a:buNone/>
              <a:defRPr sz="3780">
                <a:solidFill>
                  <a:schemeClr val="tx1"/>
                </a:solidFill>
              </a:defRPr>
            </a:lvl1pPr>
          </a:lstStyle>
          <a:p>
            <a:pPr marL="0" marR="0" lvl="0" indent="0" algn="l" defTabSz="1079500" rtl="0" eaLnBrk="1" fontAlgn="auto" latinLnBrk="0" hangingPunct="1">
              <a:lnSpc>
                <a:spcPct val="100000"/>
              </a:lnSpc>
              <a:spcBef>
                <a:spcPts val="0"/>
              </a:spcBef>
              <a:spcAft>
                <a:spcPts val="0"/>
              </a:spcAft>
              <a:buClrTx/>
              <a:buSzTx/>
              <a:buFontTx/>
              <a:buNone/>
              <a:defRPr/>
            </a:pPr>
            <a:r>
              <a:rPr lang="zh-CN" altLang="en-US" dirty="0"/>
              <a:t>我是标题我是标题我是标题我是标题</a:t>
            </a:r>
            <a:endParaRPr lang="en-US" altLang="zh-CN" dirty="0"/>
          </a:p>
        </p:txBody>
      </p:sp>
      <p:sp>
        <p:nvSpPr>
          <p:cNvPr id="4" name="矩形 3"/>
          <p:cNvSpPr/>
          <p:nvPr userDrawn="1"/>
        </p:nvSpPr>
        <p:spPr>
          <a:xfrm>
            <a:off x="987317" y="1104328"/>
            <a:ext cx="1033462" cy="23598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7959" tIns="53980" rIns="107959" bIns="53980" numCol="1" spcCol="0" rtlCol="0" fromWordArt="0" anchor="ctr" anchorCtr="0" forceAA="0" compatLnSpc="1">
            <a:noAutofit/>
          </a:bodyPr>
          <a:lstStyle/>
          <a:p>
            <a:pPr algn="ctr"/>
            <a:endParaRPr lang="zh-CN" altLang="en-US" sz="1415"/>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7204" y="346370"/>
            <a:ext cx="2444075" cy="892797"/>
          </a:xfrm>
          <a:prstGeom prst="rect">
            <a:avLst/>
          </a:prstGeom>
        </p:spPr>
      </p:pic>
      <p:sp>
        <p:nvSpPr>
          <p:cNvPr id="3" name="文本框 2"/>
          <p:cNvSpPr txBox="1"/>
          <p:nvPr userDrawn="1"/>
        </p:nvSpPr>
        <p:spPr>
          <a:xfrm>
            <a:off x="506274" y="1085868"/>
            <a:ext cx="2151188" cy="254365"/>
          </a:xfrm>
          <a:prstGeom prst="rect">
            <a:avLst/>
          </a:prstGeom>
          <a:noFill/>
        </p:spPr>
        <p:txBody>
          <a:bodyPr wrap="square" lIns="0" tIns="0" rIns="0" bIns="0" rtlCol="0">
            <a:spAutoFit/>
          </a:bodyPr>
          <a:lstStyle/>
          <a:p>
            <a:pPr algn="l"/>
            <a:r>
              <a:rPr kumimoji="1" lang="zh-CN" altLang="en-US" sz="1655" spc="354" dirty="0">
                <a:solidFill>
                  <a:srgbClr val="000000"/>
                </a:solidFill>
                <a:latin typeface="微软雅黑" panose="020B0503020204020204" pitchFamily="34" charset="-122"/>
                <a:ea typeface="微软雅黑" panose="020B0503020204020204" pitchFamily="34" charset="-122"/>
              </a:rPr>
              <a:t>政企</a:t>
            </a:r>
            <a:r>
              <a:rPr kumimoji="1" lang="zh-CN" altLang="en-US" sz="1655" spc="354" dirty="0">
                <a:solidFill>
                  <a:schemeClr val="tx2"/>
                </a:solidFill>
                <a:latin typeface="微软雅黑" panose="020B0503020204020204" pitchFamily="34" charset="-122"/>
                <a:ea typeface="微软雅黑" panose="020B0503020204020204" pitchFamily="34" charset="-122"/>
              </a:rPr>
              <a:t>深度用云</a:t>
            </a:r>
            <a:r>
              <a:rPr kumimoji="1" lang="zh-CN" altLang="en-US" sz="1655" spc="354" dirty="0">
                <a:solidFill>
                  <a:srgbClr val="000000"/>
                </a:solidFill>
                <a:latin typeface="微软雅黑" panose="020B0503020204020204" pitchFamily="34" charset="-122"/>
                <a:ea typeface="微软雅黑" panose="020B0503020204020204" pitchFamily="34" charset="-122"/>
              </a:rPr>
              <a:t>沙龙</a:t>
            </a:r>
          </a:p>
        </p:txBody>
      </p:sp>
      <p:pic>
        <p:nvPicPr>
          <p:cNvPr id="14" name="Picture 4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2035392" y="7468072"/>
            <a:ext cx="1500381" cy="324808"/>
          </a:xfrm>
          <a:prstGeom prst="rect">
            <a:avLst/>
          </a:prstGeom>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 y="0"/>
            <a:ext cx="14400213" cy="8099425"/>
          </a:xfrm>
          <a:prstGeom prst="rect">
            <a:avLst/>
          </a:prstGeom>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0012" y="419970"/>
            <a:ext cx="13157695" cy="1019928"/>
          </a:xfrm>
          <a:prstGeom prst="rect">
            <a:avLst/>
          </a:prstGeom>
        </p:spPr>
        <p:txBody>
          <a:bodyPr/>
          <a:lstStyle/>
          <a:p>
            <a:r>
              <a:rPr lang="en-US"/>
              <a:t>Click to edit Master title style</a:t>
            </a:r>
            <a:endParaRPr lang="he-IL"/>
          </a:p>
        </p:txBody>
      </p:sp>
      <p:sp>
        <p:nvSpPr>
          <p:cNvPr id="4" name="Text Placeholder 3"/>
          <p:cNvSpPr>
            <a:spLocks noGrp="1"/>
          </p:cNvSpPr>
          <p:nvPr>
            <p:ph type="body" sz="quarter" idx="10"/>
          </p:nvPr>
        </p:nvSpPr>
        <p:spPr>
          <a:xfrm>
            <a:off x="600010" y="1289908"/>
            <a:ext cx="13320197" cy="56396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Tree>
  </p:cSld>
  <p:clrMapOvr>
    <a:masterClrMapping/>
  </p:clrMapOvr>
  <p:transition advClick="0" advTm="8000">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13.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image" Target="../media/image4.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image" Target="../media/image3.png"/><Relationship Id="rId5" Type="http://schemas.openxmlformats.org/officeDocument/2006/relationships/theme" Target="../theme/theme3.xml"/><Relationship Id="rId4"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43.xml"/><Relationship Id="rId1" Type="http://schemas.openxmlformats.org/officeDocument/2006/relationships/slideLayout" Target="../slideLayouts/slideLayout42.xml"/><Relationship Id="rId4" Type="http://schemas.openxmlformats.org/officeDocument/2006/relationships/image" Target="../media/image6.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0015" y="431220"/>
            <a:ext cx="12420184" cy="156551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990015" y="2156097"/>
            <a:ext cx="12420184" cy="513901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990015" y="7506968"/>
            <a:ext cx="3240048" cy="431219"/>
          </a:xfrm>
          <a:prstGeom prst="rect">
            <a:avLst/>
          </a:prstGeom>
        </p:spPr>
        <p:txBody>
          <a:bodyPr vert="horz" lIns="91440" tIns="45720" rIns="91440" bIns="45720" rtlCol="0" anchor="ctr"/>
          <a:lstStyle>
            <a:lvl1pPr algn="l">
              <a:defRPr sz="1415">
                <a:solidFill>
                  <a:schemeClr val="tx1">
                    <a:tint val="75000"/>
                  </a:schemeClr>
                </a:solidFill>
              </a:defRPr>
            </a:lvl1pPr>
          </a:lstStyle>
          <a:p>
            <a:fld id="{3A2D8C74-B2EA-49B0-A40C-81C5B8F03466}" type="datetimeFigureOut">
              <a:rPr lang="en-US" smtClean="0"/>
              <a:t>12/17/2025</a:t>
            </a:fld>
            <a:endParaRPr lang="en-US"/>
          </a:p>
        </p:txBody>
      </p:sp>
      <p:sp>
        <p:nvSpPr>
          <p:cNvPr id="5" name="Footer Placeholder 4"/>
          <p:cNvSpPr>
            <a:spLocks noGrp="1"/>
          </p:cNvSpPr>
          <p:nvPr>
            <p:ph type="ftr" sz="quarter" idx="3"/>
          </p:nvPr>
        </p:nvSpPr>
        <p:spPr>
          <a:xfrm>
            <a:off x="4770071" y="7506968"/>
            <a:ext cx="4860072" cy="431219"/>
          </a:xfrm>
          <a:prstGeom prst="rect">
            <a:avLst/>
          </a:prstGeom>
        </p:spPr>
        <p:txBody>
          <a:bodyPr vert="horz" lIns="91440" tIns="45720" rIns="91440" bIns="45720" rtlCol="0" anchor="ctr"/>
          <a:lstStyle>
            <a:lvl1pPr algn="ctr">
              <a:defRPr sz="141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170150" y="7506968"/>
            <a:ext cx="3240048" cy="431219"/>
          </a:xfrm>
          <a:prstGeom prst="rect">
            <a:avLst/>
          </a:prstGeom>
        </p:spPr>
        <p:txBody>
          <a:bodyPr vert="horz" lIns="91440" tIns="45720" rIns="91440" bIns="45720" rtlCol="0" anchor="ctr"/>
          <a:lstStyle>
            <a:lvl1pPr algn="r">
              <a:defRPr sz="1415">
                <a:solidFill>
                  <a:schemeClr val="tx1">
                    <a:tint val="75000"/>
                  </a:schemeClr>
                </a:solidFill>
              </a:defRPr>
            </a:lvl1pPr>
          </a:lstStyle>
          <a:p>
            <a:fld id="{DC71E4CF-8133-468A-A0E6-124959F629A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1080135" rtl="0" eaLnBrk="1" latinLnBrk="0" hangingPunct="1">
        <a:lnSpc>
          <a:spcPct val="90000"/>
        </a:lnSpc>
        <a:spcBef>
          <a:spcPct val="0"/>
        </a:spcBef>
        <a:buNone/>
        <a:defRPr sz="5195" kern="1200">
          <a:solidFill>
            <a:schemeClr val="tx1"/>
          </a:solidFill>
          <a:latin typeface="+mj-lt"/>
          <a:ea typeface="+mj-ea"/>
          <a:cs typeface="+mj-cs"/>
        </a:defRPr>
      </a:lvl1pPr>
    </p:titleStyle>
    <p:bodyStyle>
      <a:lvl1pPr marL="269875" indent="-269875" algn="l" defTabSz="1080135" rtl="0" eaLnBrk="1" latinLnBrk="0" hangingPunct="1">
        <a:lnSpc>
          <a:spcPct val="90000"/>
        </a:lnSpc>
        <a:spcBef>
          <a:spcPts val="1180"/>
        </a:spcBef>
        <a:buFont typeface="Arial" panose="020B0604020202020204" pitchFamily="34" charset="0"/>
        <a:buChar char="•"/>
        <a:defRPr sz="3305" kern="1200">
          <a:solidFill>
            <a:schemeClr val="tx1"/>
          </a:solidFill>
          <a:latin typeface="+mn-lt"/>
          <a:ea typeface="+mn-ea"/>
          <a:cs typeface="+mn-cs"/>
        </a:defRPr>
      </a:lvl1pPr>
      <a:lvl2pPr marL="809625" indent="-269875" algn="l" defTabSz="1080135" rtl="0" eaLnBrk="1" latinLnBrk="0" hangingPunct="1">
        <a:lnSpc>
          <a:spcPct val="90000"/>
        </a:lnSpc>
        <a:spcBef>
          <a:spcPts val="590"/>
        </a:spcBef>
        <a:buFont typeface="Arial" panose="020B0604020202020204" pitchFamily="34" charset="0"/>
        <a:buChar char="•"/>
        <a:defRPr sz="2835" kern="1200">
          <a:solidFill>
            <a:schemeClr val="tx1"/>
          </a:solidFill>
          <a:latin typeface="+mn-lt"/>
          <a:ea typeface="+mn-ea"/>
          <a:cs typeface="+mn-cs"/>
        </a:defRPr>
      </a:lvl2pPr>
      <a:lvl3pPr marL="1350010" indent="-269875" algn="l" defTabSz="1080135" rtl="0" eaLnBrk="1" latinLnBrk="0" hangingPunct="1">
        <a:lnSpc>
          <a:spcPct val="90000"/>
        </a:lnSpc>
        <a:spcBef>
          <a:spcPts val="590"/>
        </a:spcBef>
        <a:buFont typeface="Arial" panose="020B0604020202020204" pitchFamily="34" charset="0"/>
        <a:buChar char="•"/>
        <a:defRPr sz="2360" kern="1200">
          <a:solidFill>
            <a:schemeClr val="tx1"/>
          </a:solidFill>
          <a:latin typeface="+mn-lt"/>
          <a:ea typeface="+mn-ea"/>
          <a:cs typeface="+mn-cs"/>
        </a:defRPr>
      </a:lvl3pPr>
      <a:lvl4pPr marL="1889760" indent="-269875" algn="l" defTabSz="1080135" rtl="0" eaLnBrk="1" latinLnBrk="0" hangingPunct="1">
        <a:lnSpc>
          <a:spcPct val="90000"/>
        </a:lnSpc>
        <a:spcBef>
          <a:spcPts val="590"/>
        </a:spcBef>
        <a:buFont typeface="Arial" panose="020B0604020202020204" pitchFamily="34" charset="0"/>
        <a:buChar char="•"/>
        <a:defRPr sz="2125" kern="1200">
          <a:solidFill>
            <a:schemeClr val="tx1"/>
          </a:solidFill>
          <a:latin typeface="+mn-lt"/>
          <a:ea typeface="+mn-ea"/>
          <a:cs typeface="+mn-cs"/>
        </a:defRPr>
      </a:lvl4pPr>
      <a:lvl5pPr marL="2429510" indent="-269875" algn="l" defTabSz="1080135" rtl="0" eaLnBrk="1" latinLnBrk="0" hangingPunct="1">
        <a:lnSpc>
          <a:spcPct val="90000"/>
        </a:lnSpc>
        <a:spcBef>
          <a:spcPts val="590"/>
        </a:spcBef>
        <a:buFont typeface="Arial" panose="020B0604020202020204" pitchFamily="34" charset="0"/>
        <a:buChar char="•"/>
        <a:defRPr sz="2125" kern="1200">
          <a:solidFill>
            <a:schemeClr val="tx1"/>
          </a:solidFill>
          <a:latin typeface="+mn-lt"/>
          <a:ea typeface="+mn-ea"/>
          <a:cs typeface="+mn-cs"/>
        </a:defRPr>
      </a:lvl5pPr>
      <a:lvl6pPr marL="2969895" indent="-269875" algn="l" defTabSz="1080135" rtl="0" eaLnBrk="1" latinLnBrk="0" hangingPunct="1">
        <a:lnSpc>
          <a:spcPct val="90000"/>
        </a:lnSpc>
        <a:spcBef>
          <a:spcPts val="590"/>
        </a:spcBef>
        <a:buFont typeface="Arial" panose="020B0604020202020204" pitchFamily="34" charset="0"/>
        <a:buChar char="•"/>
        <a:defRPr sz="2125" kern="1200">
          <a:solidFill>
            <a:schemeClr val="tx1"/>
          </a:solidFill>
          <a:latin typeface="+mn-lt"/>
          <a:ea typeface="+mn-ea"/>
          <a:cs typeface="+mn-cs"/>
        </a:defRPr>
      </a:lvl6pPr>
      <a:lvl7pPr marL="3509645" indent="-269875" algn="l" defTabSz="1080135" rtl="0" eaLnBrk="1" latinLnBrk="0" hangingPunct="1">
        <a:lnSpc>
          <a:spcPct val="90000"/>
        </a:lnSpc>
        <a:spcBef>
          <a:spcPts val="590"/>
        </a:spcBef>
        <a:buFont typeface="Arial" panose="020B0604020202020204" pitchFamily="34" charset="0"/>
        <a:buChar char="•"/>
        <a:defRPr sz="2125" kern="1200">
          <a:solidFill>
            <a:schemeClr val="tx1"/>
          </a:solidFill>
          <a:latin typeface="+mn-lt"/>
          <a:ea typeface="+mn-ea"/>
          <a:cs typeface="+mn-cs"/>
        </a:defRPr>
      </a:lvl7pPr>
      <a:lvl8pPr marL="4049395" indent="-269875" algn="l" defTabSz="1080135" rtl="0" eaLnBrk="1" latinLnBrk="0" hangingPunct="1">
        <a:lnSpc>
          <a:spcPct val="90000"/>
        </a:lnSpc>
        <a:spcBef>
          <a:spcPts val="590"/>
        </a:spcBef>
        <a:buFont typeface="Arial" panose="020B0604020202020204" pitchFamily="34" charset="0"/>
        <a:buChar char="•"/>
        <a:defRPr sz="2125" kern="1200">
          <a:solidFill>
            <a:schemeClr val="tx1"/>
          </a:solidFill>
          <a:latin typeface="+mn-lt"/>
          <a:ea typeface="+mn-ea"/>
          <a:cs typeface="+mn-cs"/>
        </a:defRPr>
      </a:lvl8pPr>
      <a:lvl9pPr marL="4589780" indent="-269875" algn="l" defTabSz="1080135" rtl="0" eaLnBrk="1" latinLnBrk="0" hangingPunct="1">
        <a:lnSpc>
          <a:spcPct val="90000"/>
        </a:lnSpc>
        <a:spcBef>
          <a:spcPts val="590"/>
        </a:spcBef>
        <a:buFont typeface="Arial" panose="020B0604020202020204" pitchFamily="34" charset="0"/>
        <a:buChar char="•"/>
        <a:defRPr sz="2125" kern="1200">
          <a:solidFill>
            <a:schemeClr val="tx1"/>
          </a:solidFill>
          <a:latin typeface="+mn-lt"/>
          <a:ea typeface="+mn-ea"/>
          <a:cs typeface="+mn-cs"/>
        </a:defRPr>
      </a:lvl9pPr>
    </p:bodyStyle>
    <p:otherStyle>
      <a:defPPr>
        <a:defRPr lang="en-US"/>
      </a:defPPr>
      <a:lvl1pPr marL="0" algn="l" defTabSz="1080135" rtl="0" eaLnBrk="1" latinLnBrk="0" hangingPunct="1">
        <a:defRPr sz="2125" kern="1200">
          <a:solidFill>
            <a:schemeClr val="tx1"/>
          </a:solidFill>
          <a:latin typeface="+mn-lt"/>
          <a:ea typeface="+mn-ea"/>
          <a:cs typeface="+mn-cs"/>
        </a:defRPr>
      </a:lvl1pPr>
      <a:lvl2pPr marL="539750" algn="l" defTabSz="1080135" rtl="0" eaLnBrk="1" latinLnBrk="0" hangingPunct="1">
        <a:defRPr sz="2125" kern="1200">
          <a:solidFill>
            <a:schemeClr val="tx1"/>
          </a:solidFill>
          <a:latin typeface="+mn-lt"/>
          <a:ea typeface="+mn-ea"/>
          <a:cs typeface="+mn-cs"/>
        </a:defRPr>
      </a:lvl2pPr>
      <a:lvl3pPr marL="1080135" algn="l" defTabSz="1080135" rtl="0" eaLnBrk="1" latinLnBrk="0" hangingPunct="1">
        <a:defRPr sz="2125" kern="1200">
          <a:solidFill>
            <a:schemeClr val="tx1"/>
          </a:solidFill>
          <a:latin typeface="+mn-lt"/>
          <a:ea typeface="+mn-ea"/>
          <a:cs typeface="+mn-cs"/>
        </a:defRPr>
      </a:lvl3pPr>
      <a:lvl4pPr marL="1619885" algn="l" defTabSz="1080135" rtl="0" eaLnBrk="1" latinLnBrk="0" hangingPunct="1">
        <a:defRPr sz="2125" kern="1200">
          <a:solidFill>
            <a:schemeClr val="tx1"/>
          </a:solidFill>
          <a:latin typeface="+mn-lt"/>
          <a:ea typeface="+mn-ea"/>
          <a:cs typeface="+mn-cs"/>
        </a:defRPr>
      </a:lvl4pPr>
      <a:lvl5pPr marL="2159635" algn="l" defTabSz="1080135" rtl="0" eaLnBrk="1" latinLnBrk="0" hangingPunct="1">
        <a:defRPr sz="2125" kern="1200">
          <a:solidFill>
            <a:schemeClr val="tx1"/>
          </a:solidFill>
          <a:latin typeface="+mn-lt"/>
          <a:ea typeface="+mn-ea"/>
          <a:cs typeface="+mn-cs"/>
        </a:defRPr>
      </a:lvl5pPr>
      <a:lvl6pPr marL="2700020" algn="l" defTabSz="1080135" rtl="0" eaLnBrk="1" latinLnBrk="0" hangingPunct="1">
        <a:defRPr sz="2125" kern="1200">
          <a:solidFill>
            <a:schemeClr val="tx1"/>
          </a:solidFill>
          <a:latin typeface="+mn-lt"/>
          <a:ea typeface="+mn-ea"/>
          <a:cs typeface="+mn-cs"/>
        </a:defRPr>
      </a:lvl6pPr>
      <a:lvl7pPr marL="3239770" algn="l" defTabSz="1080135" rtl="0" eaLnBrk="1" latinLnBrk="0" hangingPunct="1">
        <a:defRPr sz="2125" kern="1200">
          <a:solidFill>
            <a:schemeClr val="tx1"/>
          </a:solidFill>
          <a:latin typeface="+mn-lt"/>
          <a:ea typeface="+mn-ea"/>
          <a:cs typeface="+mn-cs"/>
        </a:defRPr>
      </a:lvl7pPr>
      <a:lvl8pPr marL="3779520" algn="l" defTabSz="1080135" rtl="0" eaLnBrk="1" latinLnBrk="0" hangingPunct="1">
        <a:defRPr sz="2125" kern="1200">
          <a:solidFill>
            <a:schemeClr val="tx1"/>
          </a:solidFill>
          <a:latin typeface="+mn-lt"/>
          <a:ea typeface="+mn-ea"/>
          <a:cs typeface="+mn-cs"/>
        </a:defRPr>
      </a:lvl8pPr>
      <a:lvl9pPr marL="4319905" algn="l" defTabSz="1080135" rtl="0" eaLnBrk="1" latinLnBrk="0" hangingPunct="1">
        <a:defRPr sz="212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102" name="Picture 6" descr="C:\Users\z00205060\Desktop\CP项目\规范类文件\新建文件夹\巴展视觉物料规范-18.jpg"/>
          <p:cNvPicPr>
            <a:picLocks noChangeAspect="1" noChangeArrowheads="1"/>
          </p:cNvPicPr>
          <p:nvPr userDrawn="1"/>
        </p:nvPicPr>
        <p:blipFill>
          <a:blip r:embed="rId3" cstate="print"/>
          <a:srcRect/>
          <a:stretch>
            <a:fillRect/>
          </a:stretch>
        </p:blipFill>
        <p:spPr bwMode="auto">
          <a:xfrm>
            <a:off x="1" y="0"/>
            <a:ext cx="14400213" cy="8100294"/>
          </a:xfrm>
          <a:prstGeom prst="rect">
            <a:avLst/>
          </a:prstGeom>
          <a:noFill/>
        </p:spPr>
      </p:pic>
      <p:pic>
        <p:nvPicPr>
          <p:cNvPr id="13" name="Picture 77" descr="Logo"/>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759163" y="6835218"/>
            <a:ext cx="834171" cy="832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7"/>
          <p:cNvSpPr txBox="1">
            <a:spLocks noChangeArrowheads="1"/>
          </p:cNvSpPr>
          <p:nvPr userDrawn="1"/>
        </p:nvSpPr>
        <p:spPr bwMode="auto">
          <a:xfrm>
            <a:off x="11173319" y="7424465"/>
            <a:ext cx="1650837" cy="32855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1079500" fontAlgn="base">
              <a:spcBef>
                <a:spcPct val="0"/>
              </a:spcBef>
              <a:spcAft>
                <a:spcPct val="0"/>
              </a:spcAft>
              <a:defRPr/>
            </a:pPr>
            <a:r>
              <a:rPr lang="en-US" altLang="zh-CN" sz="1535">
                <a:solidFill>
                  <a:srgbClr val="000000">
                    <a:lumMod val="65000"/>
                    <a:lumOff val="35000"/>
                  </a:srgbClr>
                </a:solidFill>
                <a:latin typeface="FrutigerNext LT Light" pitchFamily="34" charset="0"/>
                <a:ea typeface="MS PGothic" panose="020B0600070205080204" pitchFamily="34" charset="-128"/>
              </a:rPr>
              <a:t>www.huawei.com</a:t>
            </a:r>
          </a:p>
        </p:txBody>
      </p:sp>
      <p:sp>
        <p:nvSpPr>
          <p:cNvPr id="16" name="Text Box 5"/>
          <p:cNvSpPr txBox="1">
            <a:spLocks noChangeArrowheads="1"/>
          </p:cNvSpPr>
          <p:nvPr userDrawn="1"/>
        </p:nvSpPr>
        <p:spPr bwMode="auto">
          <a:xfrm>
            <a:off x="6410916" y="7469901"/>
            <a:ext cx="3098220" cy="254365"/>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1079500" fontAlgn="base">
              <a:spcBef>
                <a:spcPct val="0"/>
              </a:spcBef>
              <a:spcAft>
                <a:spcPct val="0"/>
              </a:spcAft>
              <a:defRPr/>
            </a:pPr>
            <a:r>
              <a:rPr lang="en-US" altLang="zh-CN" sz="1655">
                <a:solidFill>
                  <a:srgbClr val="000000">
                    <a:lumMod val="65000"/>
                    <a:lumOff val="35000"/>
                  </a:srgbClr>
                </a:solidFill>
                <a:latin typeface="FrutigerNext LT Light" pitchFamily="34" charset="0"/>
                <a:ea typeface="MS PGothic" panose="020B0600070205080204" pitchFamily="34" charset="-128"/>
              </a:rPr>
              <a:t>HUAWEI TECHNOLOGIES CO., LTD.</a:t>
            </a:r>
          </a:p>
        </p:txBody>
      </p:sp>
    </p:spTree>
  </p:cSld>
  <p:clrMap bg1="lt1" tx1="dk1" bg2="lt2" tx2="dk2" accent1="accent1" accent2="accent2" accent3="accent3" accent4="accent4" accent5="accent5" accent6="accent6" hlink="hlink" folHlink="folHlink"/>
  <p:sldLayoutIdLst>
    <p:sldLayoutId id="2147483662" r:id="rId1"/>
  </p:sldLayoutIdLst>
  <p:transition advClick="0" advTm="8000">
    <p:fade thruBlk="1"/>
  </p:transition>
  <p:txStyles>
    <p:titleStyle>
      <a:lvl1pPr algn="l" rtl="0" eaLnBrk="0" fontAlgn="base" hangingPunct="0">
        <a:spcBef>
          <a:spcPct val="0"/>
        </a:spcBef>
        <a:spcAft>
          <a:spcPct val="0"/>
        </a:spcAft>
        <a:defRPr sz="3780" b="1">
          <a:solidFill>
            <a:srgbClr val="333333"/>
          </a:solidFill>
          <a:latin typeface="FrutigerNext LT Medium" pitchFamily="34" charset="0"/>
          <a:ea typeface="黑体" panose="02010609060101010101" pitchFamily="49" charset="-122"/>
          <a:cs typeface="+mj-cs"/>
        </a:defRPr>
      </a:lvl1pPr>
      <a:lvl2pPr algn="l" rtl="0" eaLnBrk="0" fontAlgn="base" hangingPunct="0">
        <a:spcBef>
          <a:spcPct val="0"/>
        </a:spcBef>
        <a:spcAft>
          <a:spcPct val="0"/>
        </a:spcAft>
        <a:defRPr sz="3780" b="1">
          <a:solidFill>
            <a:schemeClr val="tx1"/>
          </a:solidFill>
          <a:latin typeface="FrutigerNext LT Medium" pitchFamily="34" charset="0"/>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3780" b="1">
          <a:solidFill>
            <a:schemeClr val="tx1"/>
          </a:solidFill>
          <a:latin typeface="FrutigerNext LT Medium" pitchFamily="34" charset="0"/>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3780" b="1">
          <a:solidFill>
            <a:schemeClr val="tx1"/>
          </a:solidFill>
          <a:latin typeface="FrutigerNext LT Medium" pitchFamily="34" charset="0"/>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3780" b="1">
          <a:solidFill>
            <a:schemeClr val="tx1"/>
          </a:solidFill>
          <a:latin typeface="FrutigerNext LT Medium" pitchFamily="34" charset="0"/>
          <a:ea typeface="黑体" panose="02010609060101010101" pitchFamily="49" charset="-122"/>
          <a:cs typeface="宋体" panose="02010600030101010101" pitchFamily="2" charset="-122"/>
        </a:defRPr>
      </a:lvl5pPr>
      <a:lvl6pPr marL="539750" algn="l" rtl="0" eaLnBrk="1" fontAlgn="base" hangingPunct="1">
        <a:spcBef>
          <a:spcPct val="0"/>
        </a:spcBef>
        <a:spcAft>
          <a:spcPct val="0"/>
        </a:spcAft>
        <a:defRPr sz="3780" b="1">
          <a:solidFill>
            <a:srgbClr val="990000"/>
          </a:solidFill>
          <a:latin typeface="FrutigerNext LT Medium" pitchFamily="34" charset="0"/>
          <a:ea typeface="华文细黑" pitchFamily="2" charset="-122"/>
          <a:cs typeface="宋体" panose="02010600030101010101" pitchFamily="2" charset="-122"/>
        </a:defRPr>
      </a:lvl6pPr>
      <a:lvl7pPr marL="1079500" algn="l" rtl="0" eaLnBrk="1" fontAlgn="base" hangingPunct="1">
        <a:spcBef>
          <a:spcPct val="0"/>
        </a:spcBef>
        <a:spcAft>
          <a:spcPct val="0"/>
        </a:spcAft>
        <a:defRPr sz="3780" b="1">
          <a:solidFill>
            <a:srgbClr val="990000"/>
          </a:solidFill>
          <a:latin typeface="FrutigerNext LT Medium" pitchFamily="34" charset="0"/>
          <a:ea typeface="华文细黑" pitchFamily="2" charset="-122"/>
          <a:cs typeface="宋体" panose="02010600030101010101" pitchFamily="2" charset="-122"/>
        </a:defRPr>
      </a:lvl7pPr>
      <a:lvl8pPr marL="1619885" algn="l" rtl="0" eaLnBrk="1" fontAlgn="base" hangingPunct="1">
        <a:spcBef>
          <a:spcPct val="0"/>
        </a:spcBef>
        <a:spcAft>
          <a:spcPct val="0"/>
        </a:spcAft>
        <a:defRPr sz="3780" b="1">
          <a:solidFill>
            <a:srgbClr val="990000"/>
          </a:solidFill>
          <a:latin typeface="FrutigerNext LT Medium" pitchFamily="34" charset="0"/>
          <a:ea typeface="华文细黑" pitchFamily="2" charset="-122"/>
          <a:cs typeface="宋体" panose="02010600030101010101" pitchFamily="2" charset="-122"/>
        </a:defRPr>
      </a:lvl8pPr>
      <a:lvl9pPr marL="2159635" algn="l" rtl="0" eaLnBrk="1" fontAlgn="base" hangingPunct="1">
        <a:spcBef>
          <a:spcPct val="0"/>
        </a:spcBef>
        <a:spcAft>
          <a:spcPct val="0"/>
        </a:spcAft>
        <a:defRPr sz="3780" b="1">
          <a:solidFill>
            <a:srgbClr val="990000"/>
          </a:solidFill>
          <a:latin typeface="FrutigerNext LT Medium" pitchFamily="34" charset="0"/>
          <a:ea typeface="华文细黑" pitchFamily="2" charset="-122"/>
          <a:cs typeface="宋体" panose="02010600030101010101" pitchFamily="2" charset="-122"/>
        </a:defRPr>
      </a:lvl9pPr>
    </p:titleStyle>
    <p:bodyStyle>
      <a:lvl1pPr marL="405130" indent="-405130" algn="l" rtl="0" eaLnBrk="0" fontAlgn="base" hangingPunct="0">
        <a:spcBef>
          <a:spcPct val="20000"/>
        </a:spcBef>
        <a:spcAft>
          <a:spcPct val="0"/>
        </a:spcAft>
        <a:buClr>
          <a:srgbClr val="990000"/>
        </a:buClr>
        <a:buChar char="•"/>
        <a:defRPr sz="2835" b="1">
          <a:solidFill>
            <a:schemeClr val="tx1"/>
          </a:solidFill>
          <a:latin typeface="+mn-lt"/>
          <a:ea typeface="+mn-ea"/>
          <a:cs typeface="+mn-cs"/>
        </a:defRPr>
      </a:lvl1pPr>
      <a:lvl2pPr marL="877570" indent="-337185" algn="l" rtl="0" eaLnBrk="0" fontAlgn="base" hangingPunct="0">
        <a:spcBef>
          <a:spcPct val="20000"/>
        </a:spcBef>
        <a:spcAft>
          <a:spcPct val="0"/>
        </a:spcAft>
        <a:buFont typeface="Arial" panose="020B0604020202020204" pitchFamily="34" charset="0"/>
        <a:buChar char="›"/>
        <a:defRPr sz="2360">
          <a:solidFill>
            <a:schemeClr val="tx1"/>
          </a:solidFill>
          <a:latin typeface="+mn-lt"/>
          <a:ea typeface="+mn-ea"/>
          <a:cs typeface="+mn-cs"/>
        </a:defRPr>
      </a:lvl2pPr>
      <a:lvl3pPr marL="1349375" indent="-269875"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889760" indent="-269875" algn="l" rtl="0" eaLnBrk="0" fontAlgn="base" hangingPunct="0">
        <a:spcBef>
          <a:spcPct val="20000"/>
        </a:spcBef>
        <a:spcAft>
          <a:spcPct val="0"/>
        </a:spcAft>
        <a:buChar char="–"/>
        <a:defRPr sz="1890">
          <a:solidFill>
            <a:schemeClr val="tx1"/>
          </a:solidFill>
          <a:latin typeface="+mn-lt"/>
          <a:ea typeface="+mn-ea"/>
          <a:cs typeface="+mn-cs"/>
        </a:defRPr>
      </a:lvl4pPr>
      <a:lvl5pPr marL="2429510" indent="-269875" algn="l" rtl="0" eaLnBrk="0" fontAlgn="base" hangingPunct="0">
        <a:spcBef>
          <a:spcPct val="20000"/>
        </a:spcBef>
        <a:spcAft>
          <a:spcPct val="0"/>
        </a:spcAft>
        <a:buFont typeface="Arial" panose="020B0604020202020204" pitchFamily="34" charset="0"/>
        <a:buChar char="~"/>
        <a:defRPr sz="1890">
          <a:solidFill>
            <a:schemeClr val="tx1"/>
          </a:solidFill>
          <a:latin typeface="+mn-lt"/>
          <a:ea typeface="+mn-ea"/>
          <a:cs typeface="+mn-cs"/>
        </a:defRPr>
      </a:lvl5pPr>
      <a:lvl6pPr marL="2969260" indent="-269875" algn="l" rtl="0" eaLnBrk="1" fontAlgn="base" hangingPunct="1">
        <a:spcBef>
          <a:spcPct val="20000"/>
        </a:spcBef>
        <a:spcAft>
          <a:spcPct val="0"/>
        </a:spcAft>
        <a:buFont typeface="Arial" panose="020B0604020202020204" pitchFamily="34" charset="0"/>
        <a:buChar char="~"/>
        <a:defRPr sz="1890">
          <a:solidFill>
            <a:schemeClr val="tx1"/>
          </a:solidFill>
          <a:latin typeface="+mn-lt"/>
          <a:ea typeface="+mn-ea"/>
          <a:cs typeface="+mn-cs"/>
        </a:defRPr>
      </a:lvl6pPr>
      <a:lvl7pPr marL="3509010" indent="-269875" algn="l" rtl="0" eaLnBrk="1" fontAlgn="base" hangingPunct="1">
        <a:spcBef>
          <a:spcPct val="20000"/>
        </a:spcBef>
        <a:spcAft>
          <a:spcPct val="0"/>
        </a:spcAft>
        <a:buFont typeface="Arial" panose="020B0604020202020204" pitchFamily="34" charset="0"/>
        <a:buChar char="~"/>
        <a:defRPr sz="1890">
          <a:solidFill>
            <a:schemeClr val="tx1"/>
          </a:solidFill>
          <a:latin typeface="+mn-lt"/>
          <a:ea typeface="+mn-ea"/>
          <a:cs typeface="+mn-cs"/>
        </a:defRPr>
      </a:lvl7pPr>
      <a:lvl8pPr marL="4048760" indent="-269875" algn="l" rtl="0" eaLnBrk="1" fontAlgn="base" hangingPunct="1">
        <a:spcBef>
          <a:spcPct val="20000"/>
        </a:spcBef>
        <a:spcAft>
          <a:spcPct val="0"/>
        </a:spcAft>
        <a:buFont typeface="Arial" panose="020B0604020202020204" pitchFamily="34" charset="0"/>
        <a:buChar char="~"/>
        <a:defRPr sz="1890">
          <a:solidFill>
            <a:schemeClr val="tx1"/>
          </a:solidFill>
          <a:latin typeface="+mn-lt"/>
          <a:ea typeface="+mn-ea"/>
          <a:cs typeface="+mn-cs"/>
        </a:defRPr>
      </a:lvl8pPr>
      <a:lvl9pPr marL="4588510" indent="-269875" algn="l" rtl="0" eaLnBrk="1" fontAlgn="base" hangingPunct="1">
        <a:spcBef>
          <a:spcPct val="20000"/>
        </a:spcBef>
        <a:spcAft>
          <a:spcPct val="0"/>
        </a:spcAft>
        <a:buFont typeface="Arial" panose="020B0604020202020204" pitchFamily="34" charset="0"/>
        <a:buChar char="~"/>
        <a:defRPr sz="1890">
          <a:solidFill>
            <a:schemeClr val="tx1"/>
          </a:solidFill>
          <a:latin typeface="+mn-lt"/>
          <a:ea typeface="+mn-ea"/>
          <a:cs typeface="+mn-cs"/>
        </a:defRPr>
      </a:lvl9pPr>
    </p:bodyStyle>
    <p:otherStyle>
      <a:defPPr>
        <a:defRPr lang="zh-CN"/>
      </a:defPPr>
      <a:lvl1pPr marL="0" algn="l" defTabSz="1079500" rtl="0" eaLnBrk="1" latinLnBrk="0" hangingPunct="1">
        <a:defRPr sz="2125" kern="1200">
          <a:solidFill>
            <a:schemeClr val="tx1"/>
          </a:solidFill>
          <a:latin typeface="+mn-lt"/>
          <a:ea typeface="+mn-ea"/>
          <a:cs typeface="+mn-cs"/>
        </a:defRPr>
      </a:lvl1pPr>
      <a:lvl2pPr marL="539750" algn="l" defTabSz="1079500" rtl="0" eaLnBrk="1" latinLnBrk="0" hangingPunct="1">
        <a:defRPr sz="2125" kern="1200">
          <a:solidFill>
            <a:schemeClr val="tx1"/>
          </a:solidFill>
          <a:latin typeface="+mn-lt"/>
          <a:ea typeface="+mn-ea"/>
          <a:cs typeface="+mn-cs"/>
        </a:defRPr>
      </a:lvl2pPr>
      <a:lvl3pPr marL="1079500" algn="l" defTabSz="1079500" rtl="0" eaLnBrk="1" latinLnBrk="0" hangingPunct="1">
        <a:defRPr sz="2125" kern="1200">
          <a:solidFill>
            <a:schemeClr val="tx1"/>
          </a:solidFill>
          <a:latin typeface="+mn-lt"/>
          <a:ea typeface="+mn-ea"/>
          <a:cs typeface="+mn-cs"/>
        </a:defRPr>
      </a:lvl3pPr>
      <a:lvl4pPr marL="1619885" algn="l" defTabSz="1079500" rtl="0" eaLnBrk="1" latinLnBrk="0" hangingPunct="1">
        <a:defRPr sz="2125" kern="1200">
          <a:solidFill>
            <a:schemeClr val="tx1"/>
          </a:solidFill>
          <a:latin typeface="+mn-lt"/>
          <a:ea typeface="+mn-ea"/>
          <a:cs typeface="+mn-cs"/>
        </a:defRPr>
      </a:lvl4pPr>
      <a:lvl5pPr marL="2159635" algn="l" defTabSz="1079500" rtl="0" eaLnBrk="1" latinLnBrk="0" hangingPunct="1">
        <a:defRPr sz="2125" kern="1200">
          <a:solidFill>
            <a:schemeClr val="tx1"/>
          </a:solidFill>
          <a:latin typeface="+mn-lt"/>
          <a:ea typeface="+mn-ea"/>
          <a:cs typeface="+mn-cs"/>
        </a:defRPr>
      </a:lvl5pPr>
      <a:lvl6pPr marL="2699385" algn="l" defTabSz="1079500" rtl="0" eaLnBrk="1" latinLnBrk="0" hangingPunct="1">
        <a:defRPr sz="2125" kern="1200">
          <a:solidFill>
            <a:schemeClr val="tx1"/>
          </a:solidFill>
          <a:latin typeface="+mn-lt"/>
          <a:ea typeface="+mn-ea"/>
          <a:cs typeface="+mn-cs"/>
        </a:defRPr>
      </a:lvl6pPr>
      <a:lvl7pPr marL="3239135" algn="l" defTabSz="1079500" rtl="0" eaLnBrk="1" latinLnBrk="0" hangingPunct="1">
        <a:defRPr sz="2125" kern="1200">
          <a:solidFill>
            <a:schemeClr val="tx1"/>
          </a:solidFill>
          <a:latin typeface="+mn-lt"/>
          <a:ea typeface="+mn-ea"/>
          <a:cs typeface="+mn-cs"/>
        </a:defRPr>
      </a:lvl7pPr>
      <a:lvl8pPr marL="3778885" algn="l" defTabSz="1079500" rtl="0" eaLnBrk="1" latinLnBrk="0" hangingPunct="1">
        <a:defRPr sz="2125" kern="1200">
          <a:solidFill>
            <a:schemeClr val="tx1"/>
          </a:solidFill>
          <a:latin typeface="+mn-lt"/>
          <a:ea typeface="+mn-ea"/>
          <a:cs typeface="+mn-cs"/>
        </a:defRPr>
      </a:lvl8pPr>
      <a:lvl9pPr marL="4318635" algn="l" defTabSz="1079500" rtl="0" eaLnBrk="1" latinLnBrk="0" hangingPunct="1">
        <a:defRPr sz="212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6" cstate="print"/>
          <a:srcRect/>
          <a:stretch>
            <a:fillRect/>
          </a:stretch>
        </p:blipFill>
        <p:spPr bwMode="auto">
          <a:xfrm>
            <a:off x="0" y="7351355"/>
            <a:ext cx="14410213" cy="751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190018" y="7619462"/>
            <a:ext cx="3978419" cy="2907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26133" bIns="0">
            <a:spAutoFit/>
          </a:bodyPr>
          <a:lstStyle>
            <a:lvl1pPr defTabSz="802005" eaLnBrk="0" hangingPunct="0">
              <a:defRPr>
                <a:solidFill>
                  <a:schemeClr val="tx1"/>
                </a:solidFill>
                <a:latin typeface="Calibri" panose="020F0502020204030204" pitchFamily="34" charset="0"/>
                <a:ea typeface="宋体" panose="02010600030101010101" pitchFamily="2" charset="-122"/>
              </a:defRPr>
            </a:lvl1pPr>
            <a:lvl2pPr marL="742950" indent="-285750" defTabSz="802005" eaLnBrk="0" hangingPunct="0">
              <a:defRPr>
                <a:solidFill>
                  <a:schemeClr val="tx1"/>
                </a:solidFill>
                <a:latin typeface="Calibri" panose="020F0502020204030204" pitchFamily="34" charset="0"/>
                <a:ea typeface="宋体" panose="02010600030101010101" pitchFamily="2" charset="-122"/>
              </a:defRPr>
            </a:lvl2pPr>
            <a:lvl3pPr marL="1143000" indent="-228600" defTabSz="802005" eaLnBrk="0" hangingPunct="0">
              <a:defRPr>
                <a:solidFill>
                  <a:schemeClr val="tx1"/>
                </a:solidFill>
                <a:latin typeface="Calibri" panose="020F0502020204030204" pitchFamily="34" charset="0"/>
                <a:ea typeface="宋体" panose="02010600030101010101" pitchFamily="2" charset="-122"/>
              </a:defRPr>
            </a:lvl3pPr>
            <a:lvl4pPr marL="1600200" indent="-228600" defTabSz="802005" eaLnBrk="0" hangingPunct="0">
              <a:defRPr>
                <a:solidFill>
                  <a:schemeClr val="tx1"/>
                </a:solidFill>
                <a:latin typeface="Calibri" panose="020F0502020204030204" pitchFamily="34" charset="0"/>
                <a:ea typeface="宋体" panose="02010600030101010101" pitchFamily="2" charset="-122"/>
              </a:defRPr>
            </a:lvl4pPr>
            <a:lvl5pPr marL="2057400" indent="-228600" defTabSz="802005" eaLnBrk="0" hangingPunct="0">
              <a:defRPr>
                <a:solidFill>
                  <a:schemeClr val="tx1"/>
                </a:solidFill>
                <a:latin typeface="Calibri" panose="020F0502020204030204" pitchFamily="34" charset="0"/>
                <a:ea typeface="宋体" panose="02010600030101010101" pitchFamily="2" charset="-122"/>
              </a:defRPr>
            </a:lvl5pPr>
            <a:lvl6pPr marL="2514600" indent="-228600" defTabSz="80200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0200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0200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0200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1890">
                <a:solidFill>
                  <a:srgbClr val="000000"/>
                </a:solidFill>
                <a:latin typeface="FrutigerNext LT Bold" pitchFamily="34" charset="0"/>
                <a:ea typeface="MS PGothic" panose="020B0600070205080204" pitchFamily="34" charset="-128"/>
              </a:rPr>
              <a:t>HUAWEI TECHNOLOGIES CO., LTD.</a:t>
            </a:r>
          </a:p>
        </p:txBody>
      </p:sp>
      <p:pic>
        <p:nvPicPr>
          <p:cNvPr id="10244" name="Picture 9" descr="8"/>
          <p:cNvPicPr>
            <a:picLocks noChangeAspect="1" noChangeArrowheads="1"/>
          </p:cNvPicPr>
          <p:nvPr/>
        </p:nvPicPr>
        <p:blipFill>
          <a:blip r:embed="rId7" cstate="email"/>
          <a:srcRect/>
          <a:stretch>
            <a:fillRect/>
          </a:stretch>
        </p:blipFill>
        <p:spPr bwMode="auto">
          <a:xfrm>
            <a:off x="11825178" y="7542592"/>
            <a:ext cx="2065031" cy="369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190018" y="384351"/>
            <a:ext cx="12020178" cy="1029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190018" y="1923617"/>
            <a:ext cx="12020178" cy="4953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3075044" y="817443"/>
            <a:ext cx="2905043" cy="869601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6149" tIns="63075" rIns="126149" bIns="63075">
            <a:spAutoFit/>
          </a:bodyPr>
          <a:lstStyle/>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英文标题</a:t>
            </a:r>
            <a:r>
              <a:rPr lang="en-US" altLang="zh-CN" sz="1730">
                <a:solidFill>
                  <a:srgbClr val="FFFFFF"/>
                </a:solidFill>
                <a:latin typeface="Calibri" panose="020F0502020204030204" pitchFamily="34" charset="0"/>
                <a:ea typeface="宋体" panose="02010600030101010101" pitchFamily="2" charset="-122"/>
              </a:rPr>
              <a:t>:32-35pt  </a:t>
            </a:r>
            <a:endParaRPr lang="zh-CN" altLang="en-US" sz="1730">
              <a:solidFill>
                <a:srgbClr val="FFFFFF"/>
              </a:solidFill>
              <a:latin typeface="Calibri" panose="020F0502020204030204" pitchFamily="34" charset="0"/>
              <a:ea typeface="宋体" panose="02010600030101010101" pitchFamily="2" charset="-122"/>
            </a:endParaRP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颜色</a:t>
            </a:r>
            <a:r>
              <a:rPr lang="en-US" altLang="zh-CN" sz="1730">
                <a:solidFill>
                  <a:srgbClr val="FFFFFF"/>
                </a:solidFill>
                <a:latin typeface="Calibri" panose="020F0502020204030204" pitchFamily="34" charset="0"/>
                <a:ea typeface="宋体" panose="02010600030101010101" pitchFamily="2" charset="-122"/>
              </a:rPr>
              <a:t>: R153 G0 B0</a:t>
            </a: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内部使用字体 </a:t>
            </a:r>
            <a:r>
              <a:rPr lang="en-US" altLang="zh-CN" sz="1730">
                <a:solidFill>
                  <a:srgbClr val="FFFFFF"/>
                </a:solidFill>
                <a:latin typeface="Calibri" panose="020F0502020204030204" pitchFamily="34" charset="0"/>
                <a:ea typeface="宋体" panose="02010600030101010101" pitchFamily="2" charset="-122"/>
              </a:rPr>
              <a:t>:</a:t>
            </a: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en-US" altLang="zh-CN" sz="1730">
                <a:solidFill>
                  <a:srgbClr val="FFFFFF"/>
                </a:solidFill>
                <a:latin typeface="Calibri" panose="020F0502020204030204" pitchFamily="34" charset="0"/>
                <a:ea typeface="宋体" panose="02010600030101010101" pitchFamily="2" charset="-122"/>
              </a:rPr>
              <a:t>FrutigerNext LT Medium</a:t>
            </a: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外部使用字体 </a:t>
            </a:r>
            <a:r>
              <a:rPr lang="en-US" altLang="zh-CN" sz="1730">
                <a:solidFill>
                  <a:srgbClr val="FFFFFF"/>
                </a:solidFill>
                <a:latin typeface="Calibri" panose="020F0502020204030204" pitchFamily="34" charset="0"/>
                <a:ea typeface="宋体" panose="02010600030101010101" pitchFamily="2" charset="-122"/>
              </a:rPr>
              <a:t>: Arial</a:t>
            </a:r>
          </a:p>
          <a:p>
            <a:pPr marL="539750" indent="-539750" algn="r" defTabSz="1079500" eaLnBrk="0" fontAlgn="base" hangingPunct="0">
              <a:lnSpc>
                <a:spcPct val="75000"/>
              </a:lnSpc>
              <a:spcBef>
                <a:spcPct val="20000"/>
              </a:spcBef>
              <a:spcAft>
                <a:spcPct val="0"/>
              </a:spcAft>
              <a:buFont typeface="Arial" panose="020B0604020202020204" pitchFamily="34" charset="0"/>
              <a:buNone/>
            </a:pPr>
            <a:endParaRPr lang="en-US" altLang="zh-CN" sz="1730">
              <a:solidFill>
                <a:srgbClr val="FFFFFF"/>
              </a:solidFill>
              <a:latin typeface="Calibri" panose="020F0502020204030204" pitchFamily="34" charset="0"/>
              <a:ea typeface="宋体" panose="02010600030101010101" pitchFamily="2" charset="-122"/>
            </a:endParaRP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中文标题</a:t>
            </a:r>
            <a:r>
              <a:rPr lang="en-US" altLang="zh-CN" sz="1730">
                <a:solidFill>
                  <a:srgbClr val="FFFFFF"/>
                </a:solidFill>
                <a:latin typeface="Calibri" panose="020F0502020204030204" pitchFamily="34" charset="0"/>
                <a:ea typeface="宋体" panose="02010600030101010101" pitchFamily="2" charset="-122"/>
              </a:rPr>
              <a:t>:30-32pt  </a:t>
            </a:r>
            <a:endParaRPr lang="zh-CN" altLang="en-US" sz="1730">
              <a:solidFill>
                <a:srgbClr val="FFFFFF"/>
              </a:solidFill>
              <a:latin typeface="Calibri" panose="020F0502020204030204" pitchFamily="34" charset="0"/>
              <a:ea typeface="宋体" panose="02010600030101010101" pitchFamily="2" charset="-122"/>
            </a:endParaRP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颜色</a:t>
            </a:r>
            <a:r>
              <a:rPr lang="en-US" altLang="zh-CN" sz="1730">
                <a:solidFill>
                  <a:srgbClr val="FFFFFF"/>
                </a:solidFill>
                <a:latin typeface="Calibri" panose="020F0502020204030204" pitchFamily="34" charset="0"/>
                <a:ea typeface="宋体" panose="02010600030101010101" pitchFamily="2" charset="-122"/>
              </a:rPr>
              <a:t>: R153 G0 B0</a:t>
            </a: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字体</a:t>
            </a:r>
            <a:r>
              <a:rPr lang="en-US" altLang="zh-CN" sz="1730">
                <a:solidFill>
                  <a:srgbClr val="FFFFFF"/>
                </a:solidFill>
                <a:latin typeface="Calibri" panose="020F0502020204030204" pitchFamily="34" charset="0"/>
                <a:ea typeface="宋体" panose="02010600030101010101" pitchFamily="2" charset="-122"/>
              </a:rPr>
              <a:t>:</a:t>
            </a:r>
            <a:r>
              <a:rPr lang="zh-CN" altLang="en-US" sz="1730">
                <a:solidFill>
                  <a:srgbClr val="FFFFFF"/>
                </a:solidFill>
                <a:latin typeface="Calibri" panose="020F0502020204030204" pitchFamily="34" charset="0"/>
                <a:ea typeface="宋体" panose="02010600030101010101" pitchFamily="2" charset="-122"/>
              </a:rPr>
              <a:t>黑体</a:t>
            </a:r>
          </a:p>
          <a:p>
            <a:pPr marL="539750" indent="-539750" algn="r" defTabSz="1079500" eaLnBrk="0" fontAlgn="base" hangingPunct="0">
              <a:lnSpc>
                <a:spcPct val="125000"/>
              </a:lnSpc>
              <a:spcBef>
                <a:spcPct val="20000"/>
              </a:spcBef>
              <a:spcAft>
                <a:spcPct val="0"/>
              </a:spcAft>
              <a:buFont typeface="Arial" panose="020B0604020202020204" pitchFamily="34" charset="0"/>
              <a:buNone/>
            </a:pPr>
            <a:endParaRPr lang="zh-CN" altLang="en-US" sz="1730">
              <a:solidFill>
                <a:srgbClr val="FFFFFF"/>
              </a:solidFill>
              <a:latin typeface="Calibri" panose="020F0502020204030204" pitchFamily="34" charset="0"/>
              <a:ea typeface="宋体" panose="02010600030101010101" pitchFamily="2" charset="-122"/>
            </a:endParaRPr>
          </a:p>
          <a:p>
            <a:pPr marL="539750" indent="-539750" algn="r" defTabSz="1079500" eaLnBrk="0" fontAlgn="base" hangingPunct="0">
              <a:lnSpc>
                <a:spcPct val="125000"/>
              </a:lnSpc>
              <a:spcBef>
                <a:spcPct val="20000"/>
              </a:spcBef>
              <a:spcAft>
                <a:spcPct val="0"/>
              </a:spcAft>
              <a:buFont typeface="Arial" panose="020B0604020202020204" pitchFamily="34" charset="0"/>
              <a:buNone/>
            </a:pPr>
            <a:endParaRPr lang="zh-CN" altLang="en-US" sz="1730">
              <a:solidFill>
                <a:srgbClr val="FFFFFF"/>
              </a:solidFill>
              <a:latin typeface="Calibri" panose="020F0502020204030204" pitchFamily="34" charset="0"/>
              <a:ea typeface="宋体" panose="02010600030101010101" pitchFamily="2" charset="-122"/>
            </a:endParaRPr>
          </a:p>
          <a:p>
            <a:pPr marL="539750" indent="-539750" algn="r" defTabSz="1079500" eaLnBrk="0" fontAlgn="base" hangingPunct="0">
              <a:lnSpc>
                <a:spcPct val="125000"/>
              </a:lnSpc>
              <a:spcBef>
                <a:spcPct val="20000"/>
              </a:spcBef>
              <a:spcAft>
                <a:spcPct val="0"/>
              </a:spcAft>
              <a:buFont typeface="Arial" panose="020B0604020202020204" pitchFamily="34" charset="0"/>
              <a:buNone/>
            </a:pPr>
            <a:endParaRPr lang="zh-CN" altLang="en-US" sz="1730">
              <a:solidFill>
                <a:srgbClr val="FFFFFF"/>
              </a:solidFill>
              <a:latin typeface="Calibri" panose="020F0502020204030204" pitchFamily="34" charset="0"/>
              <a:ea typeface="宋体" panose="02010600030101010101" pitchFamily="2" charset="-122"/>
            </a:endParaRP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英文正文</a:t>
            </a:r>
            <a:r>
              <a:rPr lang="en-US" altLang="zh-CN" sz="1730">
                <a:solidFill>
                  <a:srgbClr val="FFFFFF"/>
                </a:solidFill>
                <a:latin typeface="Calibri" panose="020F0502020204030204" pitchFamily="34" charset="0"/>
                <a:ea typeface="宋体" panose="02010600030101010101" pitchFamily="2" charset="-122"/>
              </a:rPr>
              <a:t>:20-22pt</a:t>
            </a: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子目录 </a:t>
            </a:r>
            <a:r>
              <a:rPr lang="en-US" altLang="zh-CN" sz="1730">
                <a:solidFill>
                  <a:srgbClr val="FFFFFF"/>
                </a:solidFill>
                <a:latin typeface="Calibri" panose="020F0502020204030204" pitchFamily="34" charset="0"/>
                <a:ea typeface="宋体" panose="02010600030101010101" pitchFamily="2" charset="-122"/>
              </a:rPr>
              <a:t>(2-5</a:t>
            </a:r>
            <a:r>
              <a:rPr lang="zh-CN" altLang="en-US" sz="1730">
                <a:solidFill>
                  <a:srgbClr val="FFFFFF"/>
                </a:solidFill>
                <a:latin typeface="Calibri" panose="020F0502020204030204" pitchFamily="34" charset="0"/>
                <a:ea typeface="宋体" panose="02010600030101010101" pitchFamily="2" charset="-122"/>
              </a:rPr>
              <a:t>级</a:t>
            </a:r>
            <a:r>
              <a:rPr lang="en-US" altLang="zh-CN" sz="1730">
                <a:solidFill>
                  <a:srgbClr val="FFFFFF"/>
                </a:solidFill>
                <a:latin typeface="Calibri" panose="020F0502020204030204" pitchFamily="34" charset="0"/>
                <a:ea typeface="宋体" panose="02010600030101010101" pitchFamily="2" charset="-122"/>
              </a:rPr>
              <a:t>) :18pt  </a:t>
            </a: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颜色</a:t>
            </a:r>
            <a:r>
              <a:rPr lang="en-US" altLang="zh-CN" sz="1730">
                <a:solidFill>
                  <a:srgbClr val="FFFFFF"/>
                </a:solidFill>
                <a:latin typeface="Calibri" panose="020F0502020204030204" pitchFamily="34" charset="0"/>
                <a:ea typeface="宋体" panose="02010600030101010101" pitchFamily="2" charset="-122"/>
              </a:rPr>
              <a:t>:</a:t>
            </a:r>
            <a:r>
              <a:rPr lang="zh-CN" altLang="en-US" sz="1730">
                <a:solidFill>
                  <a:srgbClr val="FFFFFF"/>
                </a:solidFill>
                <a:latin typeface="Calibri" panose="020F0502020204030204" pitchFamily="34" charset="0"/>
                <a:ea typeface="宋体" panose="02010600030101010101" pitchFamily="2" charset="-122"/>
              </a:rPr>
              <a:t>黑色</a:t>
            </a: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内部使用字体 </a:t>
            </a:r>
            <a:r>
              <a:rPr lang="en-US" altLang="zh-CN" sz="1730">
                <a:solidFill>
                  <a:srgbClr val="FFFFFF"/>
                </a:solidFill>
                <a:latin typeface="Calibri" panose="020F0502020204030204" pitchFamily="34" charset="0"/>
                <a:ea typeface="宋体" panose="02010600030101010101" pitchFamily="2" charset="-122"/>
              </a:rPr>
              <a:t>:</a:t>
            </a: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en-US" altLang="zh-CN" sz="1730">
                <a:solidFill>
                  <a:srgbClr val="FFFFFF"/>
                </a:solidFill>
                <a:latin typeface="Calibri" panose="020F0502020204030204" pitchFamily="34" charset="0"/>
                <a:ea typeface="宋体" panose="02010600030101010101" pitchFamily="2" charset="-122"/>
              </a:rPr>
              <a:t>FrutigerNext LT Regular</a:t>
            </a: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外部使用字体 </a:t>
            </a:r>
            <a:r>
              <a:rPr lang="en-US" altLang="zh-CN" sz="1730">
                <a:solidFill>
                  <a:srgbClr val="FFFFFF"/>
                </a:solidFill>
                <a:latin typeface="Calibri" panose="020F0502020204030204" pitchFamily="34" charset="0"/>
                <a:ea typeface="宋体" panose="02010600030101010101" pitchFamily="2" charset="-122"/>
              </a:rPr>
              <a:t>: Arial</a:t>
            </a:r>
          </a:p>
          <a:p>
            <a:pPr marL="539750" indent="-539750" algn="r" defTabSz="1079500" eaLnBrk="0" fontAlgn="base" hangingPunct="0">
              <a:lnSpc>
                <a:spcPct val="75000"/>
              </a:lnSpc>
              <a:spcBef>
                <a:spcPct val="20000"/>
              </a:spcBef>
              <a:spcAft>
                <a:spcPct val="0"/>
              </a:spcAft>
              <a:buFont typeface="Arial" panose="020B0604020202020204" pitchFamily="34" charset="0"/>
              <a:buNone/>
            </a:pPr>
            <a:endParaRPr lang="en-US" altLang="zh-CN" sz="1730">
              <a:solidFill>
                <a:srgbClr val="FFFFFF"/>
              </a:solidFill>
              <a:latin typeface="Calibri" panose="020F0502020204030204" pitchFamily="34" charset="0"/>
              <a:ea typeface="宋体" panose="02010600030101010101" pitchFamily="2" charset="-122"/>
            </a:endParaRP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中文正文</a:t>
            </a:r>
            <a:r>
              <a:rPr lang="en-US" altLang="zh-CN" sz="1730">
                <a:solidFill>
                  <a:srgbClr val="FFFFFF"/>
                </a:solidFill>
                <a:latin typeface="Calibri" panose="020F0502020204030204" pitchFamily="34" charset="0"/>
                <a:ea typeface="宋体" panose="02010600030101010101" pitchFamily="2" charset="-122"/>
              </a:rPr>
              <a:t>:18-20pt</a:t>
            </a: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子目录</a:t>
            </a:r>
            <a:r>
              <a:rPr lang="en-US" altLang="zh-CN" sz="1730">
                <a:solidFill>
                  <a:srgbClr val="FFFFFF"/>
                </a:solidFill>
                <a:latin typeface="Calibri" panose="020F0502020204030204" pitchFamily="34" charset="0"/>
                <a:ea typeface="宋体" panose="02010600030101010101" pitchFamily="2" charset="-122"/>
              </a:rPr>
              <a:t>(2-5</a:t>
            </a:r>
            <a:r>
              <a:rPr lang="zh-CN" altLang="en-US" sz="1730">
                <a:solidFill>
                  <a:srgbClr val="FFFFFF"/>
                </a:solidFill>
                <a:latin typeface="Calibri" panose="020F0502020204030204" pitchFamily="34" charset="0"/>
                <a:ea typeface="宋体" panose="02010600030101010101" pitchFamily="2" charset="-122"/>
              </a:rPr>
              <a:t>级</a:t>
            </a:r>
            <a:r>
              <a:rPr lang="en-US" altLang="zh-CN" sz="1730">
                <a:solidFill>
                  <a:srgbClr val="FFFFFF"/>
                </a:solidFill>
                <a:latin typeface="Calibri" panose="020F0502020204030204" pitchFamily="34" charset="0"/>
                <a:ea typeface="宋体" panose="02010600030101010101" pitchFamily="2" charset="-122"/>
              </a:rPr>
              <a:t>):18pt </a:t>
            </a:r>
            <a:endParaRPr lang="zh-CN" altLang="en-US" sz="1730">
              <a:solidFill>
                <a:srgbClr val="FFFFFF"/>
              </a:solidFill>
              <a:latin typeface="Calibri" panose="020F0502020204030204" pitchFamily="34" charset="0"/>
              <a:ea typeface="宋体" panose="02010600030101010101" pitchFamily="2" charset="-122"/>
            </a:endParaRP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颜色</a:t>
            </a:r>
            <a:r>
              <a:rPr lang="en-US" altLang="zh-CN" sz="1730">
                <a:solidFill>
                  <a:srgbClr val="FFFFFF"/>
                </a:solidFill>
                <a:latin typeface="Calibri" panose="020F0502020204030204" pitchFamily="34" charset="0"/>
                <a:ea typeface="宋体" panose="02010600030101010101" pitchFamily="2" charset="-122"/>
              </a:rPr>
              <a:t>:</a:t>
            </a:r>
            <a:r>
              <a:rPr lang="zh-CN" altLang="en-US" sz="1730">
                <a:solidFill>
                  <a:srgbClr val="FFFFFF"/>
                </a:solidFill>
                <a:latin typeface="Calibri" panose="020F0502020204030204" pitchFamily="34" charset="0"/>
                <a:ea typeface="宋体" panose="02010600030101010101" pitchFamily="2" charset="-122"/>
              </a:rPr>
              <a:t>黑色</a:t>
            </a:r>
          </a:p>
          <a:p>
            <a:pPr marL="539750" indent="-539750" algn="r" defTabSz="1079500" eaLnBrk="0" fontAlgn="base" hangingPunct="0">
              <a:lnSpc>
                <a:spcPct val="125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字体</a:t>
            </a:r>
            <a:r>
              <a:rPr lang="en-US" altLang="zh-CN" sz="1730">
                <a:solidFill>
                  <a:srgbClr val="FFFFFF"/>
                </a:solidFill>
                <a:latin typeface="Calibri" panose="020F0502020204030204" pitchFamily="34" charset="0"/>
                <a:ea typeface="宋体" panose="02010600030101010101" pitchFamily="2" charset="-122"/>
              </a:rPr>
              <a:t>:</a:t>
            </a:r>
            <a:r>
              <a:rPr lang="zh-CN" altLang="en-US" sz="1730">
                <a:solidFill>
                  <a:srgbClr val="FFFFFF"/>
                </a:solidFill>
                <a:latin typeface="Calibri" panose="020F0502020204030204" pitchFamily="34" charset="0"/>
                <a:ea typeface="宋体" panose="02010600030101010101" pitchFamily="2" charset="-122"/>
              </a:rPr>
              <a:t>细黑体</a:t>
            </a:r>
            <a:r>
              <a:rPr lang="zh-CN" altLang="en-US" sz="1730" b="1">
                <a:solidFill>
                  <a:srgbClr val="FFFFFF"/>
                </a:solidFill>
                <a:latin typeface="Arial" panose="020B0604020202020204" pitchFamily="34" charset="0"/>
              </a:rPr>
              <a:t> </a:t>
            </a:r>
          </a:p>
        </p:txBody>
      </p:sp>
      <p:grpSp>
        <p:nvGrpSpPr>
          <p:cNvPr id="2" name="Group 16"/>
          <p:cNvGrpSpPr/>
          <p:nvPr/>
        </p:nvGrpSpPr>
        <p:grpSpPr bwMode="auto">
          <a:xfrm>
            <a:off x="14685220" y="4147207"/>
            <a:ext cx="1447522" cy="3807854"/>
            <a:chOff x="5839" y="2251"/>
            <a:chExt cx="579" cy="2031"/>
          </a:xfrm>
        </p:grpSpPr>
        <p:sp>
          <p:nvSpPr>
            <p:cNvPr id="10253" name="Rectangle 17"/>
            <p:cNvSpPr>
              <a:spLocks noChangeArrowheads="1"/>
            </p:cNvSpPr>
            <p:nvPr userDrawn="1"/>
          </p:nvSpPr>
          <p:spPr bwMode="auto">
            <a:xfrm>
              <a:off x="5839" y="3147"/>
              <a:ext cx="579" cy="22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nvGrpSpPr>
            <p:cNvPr id="3" name="Group 18"/>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4" name="Group 23"/>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5" name="Group 28"/>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6" name="Group 33"/>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7" name="Group 38"/>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8" name="Group 43"/>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9" name="Group 48"/>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10" name="Group 53"/>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11" name="Group 58"/>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12" name="Group 63"/>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13" name="Group 68"/>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14" name="Group 73"/>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nvGrpSpPr>
            <p:cNvPr id="15" name="Group 78"/>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079500" fontAlgn="base">
                  <a:spcBef>
                    <a:spcPct val="0"/>
                  </a:spcBef>
                  <a:spcAft>
                    <a:spcPct val="0"/>
                  </a:spcAft>
                </a:pPr>
                <a:endParaRPr lang="zh-CN" altLang="en-US" sz="2125">
                  <a:solidFill>
                    <a:srgbClr val="000000"/>
                  </a:solidFill>
                  <a:latin typeface="Calibri" panose="020F0502020204030204" pitchFamily="34" charset="0"/>
                  <a:ea typeface="宋体" panose="02010600030101010101" pitchFamily="2" charset="-122"/>
                </a:endParaRPr>
              </a:p>
            </p:txBody>
          </p:sp>
        </p:grpSp>
      </p:grpSp>
      <p:sp>
        <p:nvSpPr>
          <p:cNvPr id="10251" name="Rectangle 83"/>
          <p:cNvSpPr>
            <a:spLocks noChangeArrowheads="1"/>
          </p:cNvSpPr>
          <p:nvPr/>
        </p:nvSpPr>
        <p:spPr bwMode="auto">
          <a:xfrm>
            <a:off x="14570219" y="1584262"/>
            <a:ext cx="1877528" cy="273931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6149" tIns="63075" rIns="126149" bIns="63075">
            <a:spAutoFit/>
          </a:bodyPr>
          <a:lstStyle/>
          <a:p>
            <a:pPr defTabSz="1079500" eaLnBrk="0" fontAlgn="base" hangingPunct="0">
              <a:lnSpc>
                <a:spcPct val="120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配色参考方案：</a:t>
            </a:r>
          </a:p>
          <a:p>
            <a:pPr defTabSz="1079500" eaLnBrk="0" fontAlgn="base" hangingPunct="0">
              <a:lnSpc>
                <a:spcPct val="120000"/>
              </a:lnSpc>
              <a:spcBef>
                <a:spcPct val="20000"/>
              </a:spcBef>
              <a:spcAft>
                <a:spcPct val="0"/>
              </a:spcAft>
              <a:buFont typeface="Arial" panose="020B0604020202020204" pitchFamily="34" charset="0"/>
              <a:buNone/>
            </a:pPr>
            <a:r>
              <a:rPr lang="zh-CN" altLang="en-US" sz="1730">
                <a:solidFill>
                  <a:srgbClr val="FFFFFF"/>
                </a:solidFill>
                <a:latin typeface="Calibri" panose="020F0502020204030204" pitchFamily="34" charset="0"/>
                <a:ea typeface="宋体" panose="02010600030101010101" pitchFamily="2" charset="-122"/>
              </a:rPr>
              <a:t>建议同一页面内不超过四种颜色，以下是</a:t>
            </a:r>
            <a:r>
              <a:rPr lang="en-US" altLang="zh-CN" sz="1730">
                <a:solidFill>
                  <a:srgbClr val="FFFFFF"/>
                </a:solidFill>
                <a:latin typeface="Calibri" panose="020F0502020204030204" pitchFamily="34" charset="0"/>
                <a:ea typeface="宋体" panose="02010600030101010101" pitchFamily="2" charset="-122"/>
              </a:rPr>
              <a:t>13</a:t>
            </a:r>
            <a:r>
              <a:rPr lang="zh-CN" altLang="en-US" sz="1730">
                <a:solidFill>
                  <a:srgbClr val="FFFFFF"/>
                </a:solidFill>
                <a:latin typeface="Calibri" panose="020F0502020204030204" pitchFamily="34" charset="0"/>
                <a:ea typeface="宋体" panose="02010600030101010101" pitchFamily="2" charset="-122"/>
              </a:rPr>
              <a:t>组配色方案，同一页面内只选择一组使用。（仅供参考）</a:t>
            </a:r>
          </a:p>
        </p:txBody>
      </p:sp>
      <p:sp>
        <p:nvSpPr>
          <p:cNvPr id="10252" name="Rectangle 84"/>
          <p:cNvSpPr>
            <a:spLocks noChangeArrowheads="1"/>
          </p:cNvSpPr>
          <p:nvPr/>
        </p:nvSpPr>
        <p:spPr bwMode="auto">
          <a:xfrm>
            <a:off x="14570218" y="9376"/>
            <a:ext cx="1765026" cy="10868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6149" tIns="63075" rIns="126149" bIns="63075">
            <a:spAutoFit/>
          </a:bodyPr>
          <a:lstStyle/>
          <a:p>
            <a:pPr defTabSz="1079500" fontAlgn="base">
              <a:lnSpc>
                <a:spcPct val="120000"/>
              </a:lnSpc>
              <a:spcBef>
                <a:spcPct val="0"/>
              </a:spcBef>
              <a:spcAft>
                <a:spcPct val="0"/>
              </a:spcAft>
              <a:buClr>
                <a:srgbClr val="777777"/>
              </a:buClr>
              <a:buSzPct val="60000"/>
              <a:buFont typeface="Wingdings" panose="05000000000000000000" pitchFamily="2" charset="2"/>
              <a:buNone/>
            </a:pPr>
            <a:r>
              <a:rPr lang="zh-CN" altLang="en-US" sz="1730">
                <a:solidFill>
                  <a:srgbClr val="FFFFFF"/>
                </a:solidFill>
                <a:latin typeface="Calibri" panose="020F0502020204030204" pitchFamily="34" charset="0"/>
                <a:ea typeface="宋体" panose="02010600030101010101" pitchFamily="2" charset="-122"/>
              </a:rPr>
              <a:t>客户或者合作伙伴的标志放在右上角</a:t>
            </a:r>
            <a:r>
              <a:rPr lang="en-US" altLang="zh-CN" sz="1730">
                <a:solidFill>
                  <a:srgbClr val="FFFFFF"/>
                </a:solidFill>
                <a:latin typeface="Calibri" panose="020F0502020204030204" pitchFamily="34" charset="0"/>
                <a:ea typeface="宋体" panose="02010600030101010101" pitchFamily="2" charset="-122"/>
              </a:rPr>
              <a:t>.</a:t>
            </a:r>
            <a:endParaRPr lang="zh-CN" altLang="en-US" sz="1730">
              <a:solidFill>
                <a:srgbClr val="FFFFFF"/>
              </a:solidFill>
              <a:latin typeface="Calibri" panose="020F0502020204030204" pitchFamily="34" charset="0"/>
              <a:ea typeface="宋体" panose="02010600030101010101" pitchFamily="2" charset="-122"/>
            </a:endParaRPr>
          </a:p>
        </p:txBody>
      </p:sp>
      <p:sp>
        <p:nvSpPr>
          <p:cNvPr id="79" name="Rectangle 21"/>
          <p:cNvSpPr>
            <a:spLocks noChangeArrowheads="1"/>
          </p:cNvSpPr>
          <p:nvPr userDrawn="1"/>
        </p:nvSpPr>
        <p:spPr bwMode="auto">
          <a:xfrm>
            <a:off x="5961849" y="7636393"/>
            <a:ext cx="2397842" cy="290721"/>
          </a:xfrm>
          <a:prstGeom prst="rect">
            <a:avLst/>
          </a:prstGeom>
          <a:noFill/>
          <a:ln w="9525" algn="ctr">
            <a:noFill/>
            <a:miter lim="800000"/>
          </a:ln>
          <a:effectLst/>
        </p:spPr>
        <p:txBody>
          <a:bodyPr wrap="none" lIns="126082" tIns="0" rIns="126082" bIns="0">
            <a:spAutoFit/>
          </a:bodyPr>
          <a:lstStyle/>
          <a:p>
            <a:pPr defTabSz="1262380" eaLnBrk="0" fontAlgn="base" hangingPunct="0">
              <a:spcBef>
                <a:spcPct val="0"/>
              </a:spcBef>
              <a:spcAft>
                <a:spcPct val="0"/>
              </a:spcAft>
              <a:defRPr/>
            </a:pPr>
            <a:r>
              <a:rPr lang="en-US" altLang="zh-CN" sz="1890">
                <a:solidFill>
                  <a:srgbClr val="000000"/>
                </a:solidFill>
              </a:rPr>
              <a:t>Huawei Confidential</a:t>
            </a:r>
          </a:p>
        </p:txBody>
      </p:sp>
      <p:sp>
        <p:nvSpPr>
          <p:cNvPr id="81" name="Rectangle 5"/>
          <p:cNvSpPr>
            <a:spLocks noChangeArrowheads="1"/>
          </p:cNvSpPr>
          <p:nvPr userDrawn="1"/>
        </p:nvSpPr>
        <p:spPr bwMode="auto">
          <a:xfrm>
            <a:off x="9993652" y="7664458"/>
            <a:ext cx="2840040" cy="434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1079500" eaLnBrk="0" fontAlgn="base" hangingPunct="0">
              <a:lnSpc>
                <a:spcPct val="85000"/>
              </a:lnSpc>
              <a:spcBef>
                <a:spcPct val="0"/>
              </a:spcBef>
              <a:spcAft>
                <a:spcPct val="0"/>
              </a:spcAft>
            </a:pPr>
            <a:r>
              <a:rPr lang="de-DE" altLang="zh-CN" sz="1890">
                <a:solidFill>
                  <a:srgbClr val="000000"/>
                </a:solidFill>
                <a:latin typeface="FrutigerNext LT Bold" pitchFamily="34" charset="0"/>
                <a:ea typeface="MS PGothic" panose="020B0600070205080204" pitchFamily="34" charset="-128"/>
              </a:rPr>
              <a:t> </a:t>
            </a:r>
            <a:fld id="{A4C34F22-587E-473D-9099-376F4F013A30}" type="slidenum">
              <a:rPr lang="de-DE" altLang="zh-CN" sz="1890">
                <a:solidFill>
                  <a:srgbClr val="000000"/>
                </a:solidFill>
                <a:latin typeface="FrutigerNext LT Bold" pitchFamily="34" charset="0"/>
                <a:ea typeface="MS PGothic" panose="020B0600070205080204" pitchFamily="34" charset="-128"/>
              </a:rPr>
              <a:t>‹#›</a:t>
            </a:fld>
            <a:endParaRPr lang="en-GB" altLang="zh-CN" sz="1890">
              <a:solidFill>
                <a:srgbClr val="000000"/>
              </a:solidFill>
              <a:latin typeface="FrutigerNext LT Bold" pitchFamily="34" charset="0"/>
              <a:ea typeface="MS PGothic" panose="020B0600070205080204" pitchFamily="34" charset="-128"/>
            </a:endParaRPr>
          </a:p>
        </p:txBody>
      </p:sp>
    </p:spTree>
  </p:cSld>
  <p:clrMap bg1="lt1" tx1="dk1" bg2="lt2" tx2="dk2" accent1="accent1" accent2="accent2" accent3="accent3" accent4="accent4" accent5="accent5" accent6="accent6" hlink="hlink" folHlink="folHlink"/>
  <p:sldLayoutIdLst>
    <p:sldLayoutId id="2147483664" r:id="rId1"/>
    <p:sldLayoutId id="2147483666" r:id="rId2"/>
    <p:sldLayoutId id="2147483669" r:id="rId3"/>
    <p:sldLayoutId id="2147483687" r:id="rId4"/>
  </p:sldLayoutIdLst>
  <p:transition advClick="0" advTm="8000">
    <p:fade thruBlk="1"/>
  </p:transition>
  <p:txStyles>
    <p:titleStyle>
      <a:lvl1pPr algn="l" rtl="0" eaLnBrk="0" fontAlgn="base" hangingPunct="0">
        <a:spcBef>
          <a:spcPct val="0"/>
        </a:spcBef>
        <a:spcAft>
          <a:spcPct val="0"/>
        </a:spcAft>
        <a:defRPr sz="5040" b="1">
          <a:solidFill>
            <a:srgbClr val="990000"/>
          </a:solidFill>
          <a:latin typeface="Arial" panose="020B0604020202020204" pitchFamily="34" charset="0"/>
          <a:ea typeface="黑体" panose="02010609060101010101" pitchFamily="49" charset="-122"/>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p:titleStyle>
    <p:bodyStyle>
      <a:lvl1pPr marL="539750" indent="-539750" algn="l" rtl="0" eaLnBrk="0" fontAlgn="base" hangingPunct="0">
        <a:lnSpc>
          <a:spcPct val="140000"/>
        </a:lnSpc>
        <a:spcBef>
          <a:spcPct val="0"/>
        </a:spcBef>
        <a:spcAft>
          <a:spcPct val="0"/>
        </a:spcAft>
        <a:buClr>
          <a:srgbClr val="777777"/>
        </a:buClr>
        <a:buSzPct val="60000"/>
        <a:buFont typeface="Wingdings" panose="05000000000000000000" pitchFamily="2" charset="2"/>
        <a:buChar char="l"/>
        <a:defRPr sz="3150">
          <a:solidFill>
            <a:schemeClr val="tx1"/>
          </a:solidFill>
          <a:latin typeface="+mn-lt"/>
          <a:ea typeface="黑体" panose="02010609060101010101" pitchFamily="49" charset="-122"/>
          <a:cs typeface="+mn-cs"/>
        </a:defRPr>
      </a:lvl1pPr>
      <a:lvl2pPr marL="1169670" indent="-449580" algn="l" rtl="0" eaLnBrk="0" fontAlgn="base" hangingPunct="0">
        <a:lnSpc>
          <a:spcPct val="140000"/>
        </a:lnSpc>
        <a:spcBef>
          <a:spcPct val="0"/>
        </a:spcBef>
        <a:spcAft>
          <a:spcPct val="0"/>
        </a:spcAft>
        <a:buSzPct val="50000"/>
        <a:buFont typeface="Wingdings" panose="05000000000000000000" pitchFamily="2" charset="2"/>
        <a:buChar char="p"/>
        <a:defRPr>
          <a:solidFill>
            <a:schemeClr val="tx1"/>
          </a:solidFill>
          <a:latin typeface="+mn-lt"/>
          <a:ea typeface="+mn-ea"/>
          <a:cs typeface="+mn-cs"/>
        </a:defRPr>
      </a:lvl2pPr>
      <a:lvl3pPr marL="1799590" indent="-360045" algn="l" rtl="0" eaLnBrk="0" fontAlgn="base" hangingPunct="0">
        <a:lnSpc>
          <a:spcPct val="140000"/>
        </a:lnSpc>
        <a:spcBef>
          <a:spcPct val="0"/>
        </a:spcBef>
        <a:spcAft>
          <a:spcPct val="0"/>
        </a:spcAft>
        <a:buSzPct val="50000"/>
        <a:buFont typeface="Wingdings" panose="05000000000000000000" pitchFamily="2" charset="2"/>
        <a:buChar char="n"/>
        <a:defRPr sz="2520">
          <a:solidFill>
            <a:schemeClr val="tx1"/>
          </a:solidFill>
          <a:latin typeface="+mn-lt"/>
          <a:ea typeface="+mn-ea"/>
          <a:cs typeface="+mn-cs"/>
        </a:defRPr>
      </a:lvl3pPr>
      <a:lvl4pPr marL="2519045" indent="-360045" algn="l" rtl="0" eaLnBrk="0" fontAlgn="base" hangingPunct="0">
        <a:lnSpc>
          <a:spcPct val="140000"/>
        </a:lnSpc>
        <a:spcBef>
          <a:spcPct val="0"/>
        </a:spcBef>
        <a:spcAft>
          <a:spcPct val="0"/>
        </a:spcAft>
        <a:buChar char="–"/>
        <a:defRPr sz="2205">
          <a:solidFill>
            <a:schemeClr val="tx1"/>
          </a:solidFill>
          <a:latin typeface="+mn-lt"/>
          <a:ea typeface="+mn-ea"/>
          <a:cs typeface="+mn-cs"/>
        </a:defRPr>
      </a:lvl4pPr>
      <a:lvl5pPr marL="3239135" indent="-360045" algn="l" rtl="0" eaLnBrk="0" fontAlgn="base" hangingPunct="0">
        <a:lnSpc>
          <a:spcPct val="140000"/>
        </a:lnSpc>
        <a:spcBef>
          <a:spcPct val="0"/>
        </a:spcBef>
        <a:spcAft>
          <a:spcPct val="0"/>
        </a:spcAft>
        <a:buFont typeface="Arial" panose="020B0604020202020204" pitchFamily="34" charset="0"/>
        <a:buChar char="~"/>
        <a:defRPr sz="1890">
          <a:solidFill>
            <a:schemeClr val="tx1"/>
          </a:solidFill>
          <a:latin typeface="+mn-lt"/>
          <a:ea typeface="+mn-ea"/>
          <a:cs typeface="+mn-cs"/>
        </a:defRPr>
      </a:lvl5pPr>
      <a:lvl6pPr marL="3958590" indent="-360045" algn="l" rtl="0" eaLnBrk="1" fontAlgn="base" hangingPunct="1">
        <a:spcBef>
          <a:spcPct val="20000"/>
        </a:spcBef>
        <a:spcAft>
          <a:spcPct val="0"/>
        </a:spcAft>
        <a:buFont typeface="Arial" panose="020B0604020202020204" pitchFamily="34" charset="0"/>
        <a:buChar char="~"/>
        <a:defRPr sz="2520">
          <a:solidFill>
            <a:schemeClr val="tx1"/>
          </a:solidFill>
          <a:latin typeface="+mn-lt"/>
          <a:ea typeface="+mn-ea"/>
          <a:cs typeface="+mn-cs"/>
        </a:defRPr>
      </a:lvl6pPr>
      <a:lvl7pPr marL="4678680" indent="-360045" algn="l" rtl="0" eaLnBrk="1" fontAlgn="base" hangingPunct="1">
        <a:spcBef>
          <a:spcPct val="20000"/>
        </a:spcBef>
        <a:spcAft>
          <a:spcPct val="0"/>
        </a:spcAft>
        <a:buFont typeface="Arial" panose="020B0604020202020204" pitchFamily="34" charset="0"/>
        <a:buChar char="~"/>
        <a:defRPr sz="2520">
          <a:solidFill>
            <a:schemeClr val="tx1"/>
          </a:solidFill>
          <a:latin typeface="+mn-lt"/>
          <a:ea typeface="+mn-ea"/>
          <a:cs typeface="+mn-cs"/>
        </a:defRPr>
      </a:lvl7pPr>
      <a:lvl8pPr marL="5398770" indent="-360045" algn="l" rtl="0" eaLnBrk="1" fontAlgn="base" hangingPunct="1">
        <a:spcBef>
          <a:spcPct val="20000"/>
        </a:spcBef>
        <a:spcAft>
          <a:spcPct val="0"/>
        </a:spcAft>
        <a:buFont typeface="Arial" panose="020B0604020202020204" pitchFamily="34" charset="0"/>
        <a:buChar char="~"/>
        <a:defRPr sz="2520">
          <a:solidFill>
            <a:schemeClr val="tx1"/>
          </a:solidFill>
          <a:latin typeface="+mn-lt"/>
          <a:ea typeface="+mn-ea"/>
          <a:cs typeface="+mn-cs"/>
        </a:defRPr>
      </a:lvl8pPr>
      <a:lvl9pPr marL="6118225" indent="-360045" algn="l" rtl="0" eaLnBrk="1" fontAlgn="base" hangingPunct="1">
        <a:spcBef>
          <a:spcPct val="20000"/>
        </a:spcBef>
        <a:spcAft>
          <a:spcPct val="0"/>
        </a:spcAft>
        <a:buFont typeface="Arial" panose="020B0604020202020204" pitchFamily="34" charset="0"/>
        <a:buChar char="~"/>
        <a:defRPr sz="2520">
          <a:solidFill>
            <a:schemeClr val="tx1"/>
          </a:solidFill>
          <a:latin typeface="+mn-lt"/>
          <a:ea typeface="+mn-ea"/>
          <a:cs typeface="+mn-cs"/>
        </a:defRPr>
      </a:lvl9pPr>
    </p:bodyStyle>
    <p:otherStyle>
      <a:defPPr>
        <a:defRPr lang="zh-CN"/>
      </a:defPPr>
      <a:lvl1pPr marL="0" algn="l" defTabSz="1439545" rtl="0" eaLnBrk="1" latinLnBrk="0" hangingPunct="1">
        <a:defRPr sz="2835" kern="1200">
          <a:solidFill>
            <a:schemeClr val="tx1"/>
          </a:solidFill>
          <a:latin typeface="+mn-lt"/>
          <a:ea typeface="+mn-ea"/>
          <a:cs typeface="+mn-cs"/>
        </a:defRPr>
      </a:lvl1pPr>
      <a:lvl2pPr marL="720090" algn="l" defTabSz="1439545" rtl="0" eaLnBrk="1" latinLnBrk="0" hangingPunct="1">
        <a:defRPr sz="2835" kern="1200">
          <a:solidFill>
            <a:schemeClr val="tx1"/>
          </a:solidFill>
          <a:latin typeface="+mn-lt"/>
          <a:ea typeface="+mn-ea"/>
          <a:cs typeface="+mn-cs"/>
        </a:defRPr>
      </a:lvl2pPr>
      <a:lvl3pPr marL="1439545" algn="l" defTabSz="1439545" rtl="0" eaLnBrk="1" latinLnBrk="0" hangingPunct="1">
        <a:defRPr sz="2835" kern="1200">
          <a:solidFill>
            <a:schemeClr val="tx1"/>
          </a:solidFill>
          <a:latin typeface="+mn-lt"/>
          <a:ea typeface="+mn-ea"/>
          <a:cs typeface="+mn-cs"/>
        </a:defRPr>
      </a:lvl3pPr>
      <a:lvl4pPr marL="2159635" algn="l" defTabSz="1439545" rtl="0" eaLnBrk="1" latinLnBrk="0" hangingPunct="1">
        <a:defRPr sz="2835" kern="1200">
          <a:solidFill>
            <a:schemeClr val="tx1"/>
          </a:solidFill>
          <a:latin typeface="+mn-lt"/>
          <a:ea typeface="+mn-ea"/>
          <a:cs typeface="+mn-cs"/>
        </a:defRPr>
      </a:lvl4pPr>
      <a:lvl5pPr marL="2879090" algn="l" defTabSz="1439545" rtl="0" eaLnBrk="1" latinLnBrk="0" hangingPunct="1">
        <a:defRPr sz="2835" kern="1200">
          <a:solidFill>
            <a:schemeClr val="tx1"/>
          </a:solidFill>
          <a:latin typeface="+mn-lt"/>
          <a:ea typeface="+mn-ea"/>
          <a:cs typeface="+mn-cs"/>
        </a:defRPr>
      </a:lvl5pPr>
      <a:lvl6pPr marL="3599180" algn="l" defTabSz="1439545" rtl="0" eaLnBrk="1" latinLnBrk="0" hangingPunct="1">
        <a:defRPr sz="2835" kern="1200">
          <a:solidFill>
            <a:schemeClr val="tx1"/>
          </a:solidFill>
          <a:latin typeface="+mn-lt"/>
          <a:ea typeface="+mn-ea"/>
          <a:cs typeface="+mn-cs"/>
        </a:defRPr>
      </a:lvl6pPr>
      <a:lvl7pPr marL="4318635" algn="l" defTabSz="1439545" rtl="0" eaLnBrk="1" latinLnBrk="0" hangingPunct="1">
        <a:defRPr sz="2835" kern="1200">
          <a:solidFill>
            <a:schemeClr val="tx1"/>
          </a:solidFill>
          <a:latin typeface="+mn-lt"/>
          <a:ea typeface="+mn-ea"/>
          <a:cs typeface="+mn-cs"/>
        </a:defRPr>
      </a:lvl7pPr>
      <a:lvl8pPr marL="5038725" algn="l" defTabSz="1439545" rtl="0" eaLnBrk="1" latinLnBrk="0" hangingPunct="1">
        <a:defRPr sz="2835" kern="1200">
          <a:solidFill>
            <a:schemeClr val="tx1"/>
          </a:solidFill>
          <a:latin typeface="+mn-lt"/>
          <a:ea typeface="+mn-ea"/>
          <a:cs typeface="+mn-cs"/>
        </a:defRPr>
      </a:lvl8pPr>
      <a:lvl9pPr marL="5758180" algn="l" defTabSz="1439545" rtl="0" eaLnBrk="1" latinLnBrk="0" hangingPunct="1">
        <a:defRPr sz="283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381A36E-330D-1E39-B45F-6FC4F27E2F4C}"/>
              </a:ext>
            </a:extLst>
          </p:cNvPr>
          <p:cNvSpPr>
            <a:spLocks noGrp="1"/>
          </p:cNvSpPr>
          <p:nvPr>
            <p:ph type="title"/>
          </p:nvPr>
        </p:nvSpPr>
        <p:spPr>
          <a:xfrm>
            <a:off x="990600" y="431800"/>
            <a:ext cx="12419013" cy="1565275"/>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39B01DA-BA7E-176E-7FB7-5CB7D5094456}"/>
              </a:ext>
            </a:extLst>
          </p:cNvPr>
          <p:cNvSpPr>
            <a:spLocks noGrp="1"/>
          </p:cNvSpPr>
          <p:nvPr>
            <p:ph type="body" idx="1"/>
          </p:nvPr>
        </p:nvSpPr>
        <p:spPr>
          <a:xfrm>
            <a:off x="990600" y="2155825"/>
            <a:ext cx="12419013" cy="51387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841BCE2-880C-CCDA-53E0-73B0DDD938D9}"/>
              </a:ext>
            </a:extLst>
          </p:cNvPr>
          <p:cNvSpPr>
            <a:spLocks noGrp="1"/>
          </p:cNvSpPr>
          <p:nvPr>
            <p:ph type="dt" sz="half" idx="2"/>
          </p:nvPr>
        </p:nvSpPr>
        <p:spPr>
          <a:xfrm>
            <a:off x="990600" y="7507288"/>
            <a:ext cx="3240088" cy="430212"/>
          </a:xfrm>
          <a:prstGeom prst="rect">
            <a:avLst/>
          </a:prstGeom>
        </p:spPr>
        <p:txBody>
          <a:bodyPr vert="horz" lIns="91440" tIns="45720" rIns="91440" bIns="45720" rtlCol="0" anchor="ctr"/>
          <a:lstStyle>
            <a:lvl1pPr algn="l">
              <a:defRPr sz="1200">
                <a:solidFill>
                  <a:schemeClr val="tx1">
                    <a:tint val="75000"/>
                  </a:schemeClr>
                </a:solidFill>
              </a:defRPr>
            </a:lvl1pPr>
          </a:lstStyle>
          <a:p>
            <a:fld id="{C039123B-37CE-496E-8EC9-8F5FF30F01CD}"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0EDF5A78-871A-5CED-30E4-27FF8A0F4154}"/>
              </a:ext>
            </a:extLst>
          </p:cNvPr>
          <p:cNvSpPr>
            <a:spLocks noGrp="1"/>
          </p:cNvSpPr>
          <p:nvPr>
            <p:ph type="ftr" sz="quarter" idx="3"/>
          </p:nvPr>
        </p:nvSpPr>
        <p:spPr>
          <a:xfrm>
            <a:off x="4770438" y="7507288"/>
            <a:ext cx="4859337" cy="43021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B433163-AFE6-C408-F3EC-F98F61D7CC3C}"/>
              </a:ext>
            </a:extLst>
          </p:cNvPr>
          <p:cNvSpPr>
            <a:spLocks noGrp="1"/>
          </p:cNvSpPr>
          <p:nvPr>
            <p:ph type="sldNum" sz="quarter" idx="4"/>
          </p:nvPr>
        </p:nvSpPr>
        <p:spPr>
          <a:xfrm>
            <a:off x="10169525" y="7507288"/>
            <a:ext cx="3240088" cy="430212"/>
          </a:xfrm>
          <a:prstGeom prst="rect">
            <a:avLst/>
          </a:prstGeom>
        </p:spPr>
        <p:txBody>
          <a:bodyPr vert="horz" lIns="91440" tIns="45720" rIns="91440" bIns="45720" rtlCol="0" anchor="ctr"/>
          <a:lstStyle>
            <a:lvl1pPr algn="r">
              <a:defRPr sz="1200">
                <a:solidFill>
                  <a:schemeClr val="tx1">
                    <a:tint val="75000"/>
                  </a:schemeClr>
                </a:solidFill>
              </a:defRPr>
            </a:lvl1pPr>
          </a:lstStyle>
          <a:p>
            <a:fld id="{82B903CE-FBAB-41FE-A128-E43EC412FB3C}" type="slidenum">
              <a:rPr lang="zh-CN" altLang="en-US" smtClean="0"/>
              <a:t>‹#›</a:t>
            </a:fld>
            <a:endParaRPr lang="zh-CN" altLang="en-US"/>
          </a:p>
        </p:txBody>
      </p:sp>
    </p:spTree>
    <p:extLst>
      <p:ext uri="{BB962C8B-B14F-4D97-AF65-F5344CB8AC3E}">
        <p14:creationId xmlns:p14="http://schemas.microsoft.com/office/powerpoint/2010/main" val="37930545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ctr" defTabSz="1439545" rtl="0" eaLnBrk="1" latinLnBrk="0" hangingPunct="1">
        <a:spcBef>
          <a:spcPct val="0"/>
        </a:spcBef>
        <a:buNone/>
        <a:defRPr sz="6965" kern="1200">
          <a:solidFill>
            <a:schemeClr val="bg1"/>
          </a:solidFill>
          <a:latin typeface="+mj-lt"/>
          <a:ea typeface="+mj-ea"/>
          <a:cs typeface="+mj-cs"/>
        </a:defRPr>
      </a:lvl1pPr>
    </p:titleStyle>
    <p:bodyStyle>
      <a:lvl1pPr marL="539750" indent="-539750" algn="l" defTabSz="1439545" rtl="0" eaLnBrk="1" latinLnBrk="0" hangingPunct="1">
        <a:spcBef>
          <a:spcPct val="20000"/>
        </a:spcBef>
        <a:buFont typeface="Arial" panose="020B0604020202020204" pitchFamily="34" charset="0"/>
        <a:buChar char="•"/>
        <a:defRPr sz="5075" kern="1200">
          <a:solidFill>
            <a:schemeClr val="bg1"/>
          </a:solidFill>
          <a:latin typeface="+mn-lt"/>
          <a:ea typeface="+mn-ea"/>
          <a:cs typeface="+mn-cs"/>
        </a:defRPr>
      </a:lvl1pPr>
      <a:lvl2pPr marL="1169670" indent="-449580" algn="l" defTabSz="1439545" rtl="0" eaLnBrk="1" latinLnBrk="0" hangingPunct="1">
        <a:spcBef>
          <a:spcPct val="20000"/>
        </a:spcBef>
        <a:buFont typeface="Arial" panose="020B0604020202020204" pitchFamily="34" charset="0"/>
        <a:buChar char="–"/>
        <a:defRPr sz="4370" kern="1200">
          <a:solidFill>
            <a:schemeClr val="bg1"/>
          </a:solidFill>
          <a:latin typeface="+mn-lt"/>
          <a:ea typeface="+mn-ea"/>
          <a:cs typeface="+mn-cs"/>
        </a:defRPr>
      </a:lvl2pPr>
      <a:lvl3pPr marL="1799590" indent="-360045" algn="l" defTabSz="1439545" rtl="0" eaLnBrk="1" latinLnBrk="0" hangingPunct="1">
        <a:spcBef>
          <a:spcPct val="20000"/>
        </a:spcBef>
        <a:buFont typeface="Arial" panose="020B0604020202020204" pitchFamily="34" charset="0"/>
        <a:buChar char="•"/>
        <a:defRPr sz="3780" kern="1200">
          <a:solidFill>
            <a:schemeClr val="bg1"/>
          </a:solidFill>
          <a:latin typeface="+mn-lt"/>
          <a:ea typeface="+mn-ea"/>
          <a:cs typeface="+mn-cs"/>
        </a:defRPr>
      </a:lvl3pPr>
      <a:lvl4pPr marL="2519045" indent="-360045" algn="l" defTabSz="1439545" rtl="0" eaLnBrk="1" latinLnBrk="0" hangingPunct="1">
        <a:spcBef>
          <a:spcPct val="20000"/>
        </a:spcBef>
        <a:buFont typeface="Arial" panose="020B0604020202020204" pitchFamily="34" charset="0"/>
        <a:buChar char="–"/>
        <a:defRPr sz="3190" kern="1200">
          <a:solidFill>
            <a:schemeClr val="bg1"/>
          </a:solidFill>
          <a:latin typeface="+mn-lt"/>
          <a:ea typeface="+mn-ea"/>
          <a:cs typeface="+mn-cs"/>
        </a:defRPr>
      </a:lvl4pPr>
      <a:lvl5pPr marL="3238500" indent="-360045" algn="l" defTabSz="1439545" rtl="0" eaLnBrk="1" latinLnBrk="0" hangingPunct="1">
        <a:spcBef>
          <a:spcPct val="20000"/>
        </a:spcBef>
        <a:buFont typeface="Arial" panose="020B0604020202020204" pitchFamily="34" charset="0"/>
        <a:buChar char="»"/>
        <a:defRPr sz="3190" kern="1200">
          <a:solidFill>
            <a:schemeClr val="bg1"/>
          </a:solidFill>
          <a:latin typeface="+mn-lt"/>
          <a:ea typeface="+mn-ea"/>
          <a:cs typeface="+mn-cs"/>
        </a:defRPr>
      </a:lvl5pPr>
      <a:lvl6pPr marL="3958590" indent="-360045" algn="l" defTabSz="1439545" rtl="0" eaLnBrk="1" latinLnBrk="0" hangingPunct="1">
        <a:spcBef>
          <a:spcPct val="20000"/>
        </a:spcBef>
        <a:buFont typeface="Arial" panose="020B0604020202020204" pitchFamily="34" charset="0"/>
        <a:buChar char="•"/>
        <a:defRPr sz="3190" kern="1200">
          <a:solidFill>
            <a:schemeClr val="tx1"/>
          </a:solidFill>
          <a:latin typeface="+mn-lt"/>
          <a:ea typeface="+mn-ea"/>
          <a:cs typeface="+mn-cs"/>
        </a:defRPr>
      </a:lvl6pPr>
      <a:lvl7pPr marL="4678045" indent="-360045" algn="l" defTabSz="1439545" rtl="0" eaLnBrk="1" latinLnBrk="0" hangingPunct="1">
        <a:spcBef>
          <a:spcPct val="20000"/>
        </a:spcBef>
        <a:buFont typeface="Arial" panose="020B0604020202020204" pitchFamily="34" charset="0"/>
        <a:buChar char="•"/>
        <a:defRPr sz="3190" kern="1200">
          <a:solidFill>
            <a:schemeClr val="tx1"/>
          </a:solidFill>
          <a:latin typeface="+mn-lt"/>
          <a:ea typeface="+mn-ea"/>
          <a:cs typeface="+mn-cs"/>
        </a:defRPr>
      </a:lvl7pPr>
      <a:lvl8pPr marL="5398135" indent="-360045" algn="l" defTabSz="1439545" rtl="0" eaLnBrk="1" latinLnBrk="0" hangingPunct="1">
        <a:spcBef>
          <a:spcPct val="20000"/>
        </a:spcBef>
        <a:buFont typeface="Arial" panose="020B0604020202020204" pitchFamily="34" charset="0"/>
        <a:buChar char="•"/>
        <a:defRPr sz="3190" kern="1200">
          <a:solidFill>
            <a:schemeClr val="tx1"/>
          </a:solidFill>
          <a:latin typeface="+mn-lt"/>
          <a:ea typeface="+mn-ea"/>
          <a:cs typeface="+mn-cs"/>
        </a:defRPr>
      </a:lvl8pPr>
      <a:lvl9pPr marL="6117590" indent="-360045" algn="l" defTabSz="1439545" rtl="0" eaLnBrk="1" latinLnBrk="0" hangingPunct="1">
        <a:spcBef>
          <a:spcPct val="20000"/>
        </a:spcBef>
        <a:buFont typeface="Arial" panose="020B0604020202020204" pitchFamily="34" charset="0"/>
        <a:buChar char="•"/>
        <a:defRPr sz="3190" kern="1200">
          <a:solidFill>
            <a:schemeClr val="tx1"/>
          </a:solidFill>
          <a:latin typeface="+mn-lt"/>
          <a:ea typeface="+mn-ea"/>
          <a:cs typeface="+mn-cs"/>
        </a:defRPr>
      </a:lvl9pPr>
    </p:bodyStyle>
    <p:otherStyle>
      <a:defPPr>
        <a:defRPr lang="zh-CN"/>
      </a:defPPr>
      <a:lvl1pPr marL="0" algn="l" defTabSz="1439545" rtl="0" eaLnBrk="1" latinLnBrk="0" hangingPunct="1">
        <a:defRPr sz="2835" kern="1200">
          <a:solidFill>
            <a:schemeClr val="tx1"/>
          </a:solidFill>
          <a:latin typeface="+mn-lt"/>
          <a:ea typeface="+mn-ea"/>
          <a:cs typeface="+mn-cs"/>
        </a:defRPr>
      </a:lvl1pPr>
      <a:lvl2pPr marL="719455" algn="l" defTabSz="1439545" rtl="0" eaLnBrk="1" latinLnBrk="0" hangingPunct="1">
        <a:defRPr sz="2835" kern="1200">
          <a:solidFill>
            <a:schemeClr val="tx1"/>
          </a:solidFill>
          <a:latin typeface="+mn-lt"/>
          <a:ea typeface="+mn-ea"/>
          <a:cs typeface="+mn-cs"/>
        </a:defRPr>
      </a:lvl2pPr>
      <a:lvl3pPr marL="1439545" algn="l" defTabSz="1439545" rtl="0" eaLnBrk="1" latinLnBrk="0" hangingPunct="1">
        <a:defRPr sz="2835" kern="1200">
          <a:solidFill>
            <a:schemeClr val="tx1"/>
          </a:solidFill>
          <a:latin typeface="+mn-lt"/>
          <a:ea typeface="+mn-ea"/>
          <a:cs typeface="+mn-cs"/>
        </a:defRPr>
      </a:lvl3pPr>
      <a:lvl4pPr marL="2159000" algn="l" defTabSz="1439545" rtl="0" eaLnBrk="1" latinLnBrk="0" hangingPunct="1">
        <a:defRPr sz="2835" kern="1200">
          <a:solidFill>
            <a:schemeClr val="tx1"/>
          </a:solidFill>
          <a:latin typeface="+mn-lt"/>
          <a:ea typeface="+mn-ea"/>
          <a:cs typeface="+mn-cs"/>
        </a:defRPr>
      </a:lvl4pPr>
      <a:lvl5pPr marL="2879090" algn="l" defTabSz="1439545" rtl="0" eaLnBrk="1" latinLnBrk="0" hangingPunct="1">
        <a:defRPr sz="2835" kern="1200">
          <a:solidFill>
            <a:schemeClr val="tx1"/>
          </a:solidFill>
          <a:latin typeface="+mn-lt"/>
          <a:ea typeface="+mn-ea"/>
          <a:cs typeface="+mn-cs"/>
        </a:defRPr>
      </a:lvl5pPr>
      <a:lvl6pPr marL="3598545" algn="l" defTabSz="1439545" rtl="0" eaLnBrk="1" latinLnBrk="0" hangingPunct="1">
        <a:defRPr sz="2835" kern="1200">
          <a:solidFill>
            <a:schemeClr val="tx1"/>
          </a:solidFill>
          <a:latin typeface="+mn-lt"/>
          <a:ea typeface="+mn-ea"/>
          <a:cs typeface="+mn-cs"/>
        </a:defRPr>
      </a:lvl6pPr>
      <a:lvl7pPr marL="4318635" algn="l" defTabSz="1439545" rtl="0" eaLnBrk="1" latinLnBrk="0" hangingPunct="1">
        <a:defRPr sz="2835" kern="1200">
          <a:solidFill>
            <a:schemeClr val="tx1"/>
          </a:solidFill>
          <a:latin typeface="+mn-lt"/>
          <a:ea typeface="+mn-ea"/>
          <a:cs typeface="+mn-cs"/>
        </a:defRPr>
      </a:lvl7pPr>
      <a:lvl8pPr marL="5038090" algn="l" defTabSz="1439545" rtl="0" eaLnBrk="1" latinLnBrk="0" hangingPunct="1">
        <a:defRPr sz="2835" kern="1200">
          <a:solidFill>
            <a:schemeClr val="tx1"/>
          </a:solidFill>
          <a:latin typeface="+mn-lt"/>
          <a:ea typeface="+mn-ea"/>
          <a:cs typeface="+mn-cs"/>
        </a:defRPr>
      </a:lvl8pPr>
      <a:lvl9pPr marL="5757545" algn="l" defTabSz="1439545" rtl="0" eaLnBrk="1" latinLnBrk="0" hangingPunct="1">
        <a:defRPr sz="283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p:cNvSpPr/>
          <p:nvPr userDrawn="1"/>
        </p:nvSpPr>
        <p:spPr>
          <a:xfrm>
            <a:off x="1" y="6602961"/>
            <a:ext cx="14400213" cy="14964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7959" tIns="53980" rIns="107959" bIns="53980" numCol="1" spcCol="0" rtlCol="0" fromWordArt="0" anchor="ctr" anchorCtr="0" forceAA="0" compatLnSpc="1">
            <a:noAutofit/>
          </a:bodyPr>
          <a:lstStyle/>
          <a:p>
            <a:pPr algn="ctr"/>
            <a:endParaRPr lang="en-US" sz="2010" dirty="0"/>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2391" y="7051851"/>
            <a:ext cx="2669233" cy="577846"/>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Lst>
  <p:hf hdr="0" ftr="0" dt="0"/>
  <p:txStyles>
    <p:titleStyle>
      <a:lvl1pPr algn="l" defTabSz="1079500" rtl="0" eaLnBrk="1" latinLnBrk="0" hangingPunct="1">
        <a:lnSpc>
          <a:spcPts val="4060"/>
        </a:lnSpc>
        <a:spcBef>
          <a:spcPct val="0"/>
        </a:spcBef>
        <a:buNone/>
        <a:defRPr sz="3780"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l" defTabSz="1079500" rtl="0" eaLnBrk="1" latinLnBrk="0" hangingPunct="1">
        <a:lnSpc>
          <a:spcPct val="100000"/>
        </a:lnSpc>
        <a:spcBef>
          <a:spcPts val="0"/>
        </a:spcBef>
        <a:buFontTx/>
        <a:buNone/>
        <a:defRPr sz="1180" kern="1200">
          <a:solidFill>
            <a:srgbClr val="1D1D1B"/>
          </a:solidFill>
          <a:latin typeface="Arial" panose="020B0604020202020204" pitchFamily="34" charset="0"/>
          <a:ea typeface="微软雅黑" panose="020B0503020204020204" pitchFamily="34" charset="-122"/>
          <a:cs typeface="Arial" panose="020B0604020202020204" pitchFamily="34" charset="0"/>
        </a:defRPr>
      </a:lvl1pPr>
      <a:lvl2pPr marL="539750" indent="0" algn="l" defTabSz="1079500" rtl="0" eaLnBrk="1" latinLnBrk="0" hangingPunct="1">
        <a:lnSpc>
          <a:spcPct val="90000"/>
        </a:lnSpc>
        <a:spcBef>
          <a:spcPts val="590"/>
        </a:spcBef>
        <a:buFontTx/>
        <a:buNone/>
        <a:defRPr sz="885" kern="1200">
          <a:solidFill>
            <a:schemeClr val="tx1"/>
          </a:solidFill>
          <a:latin typeface="Arial" panose="020B0604020202020204" pitchFamily="34" charset="0"/>
          <a:ea typeface="+mn-ea"/>
          <a:cs typeface="Arial" panose="020B0604020202020204" pitchFamily="34" charset="0"/>
        </a:defRPr>
      </a:lvl2pPr>
      <a:lvl3pPr marL="1079500" indent="0" algn="l" defTabSz="1079500" rtl="0" eaLnBrk="1" latinLnBrk="0" hangingPunct="1">
        <a:lnSpc>
          <a:spcPct val="90000"/>
        </a:lnSpc>
        <a:spcBef>
          <a:spcPts val="590"/>
        </a:spcBef>
        <a:buFontTx/>
        <a:buNone/>
        <a:defRPr sz="885" kern="1200">
          <a:solidFill>
            <a:schemeClr val="tx1"/>
          </a:solidFill>
          <a:latin typeface="Arial" panose="020B0604020202020204" pitchFamily="34" charset="0"/>
          <a:ea typeface="+mn-ea"/>
          <a:cs typeface="Arial" panose="020B0604020202020204" pitchFamily="34" charset="0"/>
        </a:defRPr>
      </a:lvl3pPr>
      <a:lvl4pPr marL="1619250" indent="0" algn="l" defTabSz="1079500" rtl="0" eaLnBrk="1" latinLnBrk="0" hangingPunct="1">
        <a:lnSpc>
          <a:spcPct val="90000"/>
        </a:lnSpc>
        <a:spcBef>
          <a:spcPts val="590"/>
        </a:spcBef>
        <a:buFontTx/>
        <a:buNone/>
        <a:defRPr sz="885" kern="1200">
          <a:solidFill>
            <a:schemeClr val="tx1"/>
          </a:solidFill>
          <a:latin typeface="Arial" panose="020B0604020202020204" pitchFamily="34" charset="0"/>
          <a:ea typeface="+mn-ea"/>
          <a:cs typeface="Arial" panose="020B0604020202020204" pitchFamily="34" charset="0"/>
        </a:defRPr>
      </a:lvl4pPr>
      <a:lvl5pPr marL="2159000" indent="0" algn="l" defTabSz="1079500" rtl="0" eaLnBrk="1" latinLnBrk="0" hangingPunct="1">
        <a:lnSpc>
          <a:spcPct val="90000"/>
        </a:lnSpc>
        <a:spcBef>
          <a:spcPts val="590"/>
        </a:spcBef>
        <a:buFontTx/>
        <a:buNone/>
        <a:defRPr sz="885" kern="1200">
          <a:solidFill>
            <a:schemeClr val="tx1"/>
          </a:solidFill>
          <a:latin typeface="Arial" panose="020B0604020202020204" pitchFamily="34" charset="0"/>
          <a:ea typeface="+mn-ea"/>
          <a:cs typeface="Arial" panose="020B0604020202020204" pitchFamily="34" charset="0"/>
        </a:defRPr>
      </a:lvl5pPr>
      <a:lvl6pPr marL="2969260" indent="-269875" algn="l" defTabSz="1079500" rtl="0" eaLnBrk="1" latinLnBrk="0" hangingPunct="1">
        <a:lnSpc>
          <a:spcPct val="90000"/>
        </a:lnSpc>
        <a:spcBef>
          <a:spcPts val="590"/>
        </a:spcBef>
        <a:buFont typeface="Arial" panose="020B0604020202020204" pitchFamily="34" charset="0"/>
        <a:buChar char="•"/>
        <a:defRPr sz="2125" kern="1200">
          <a:solidFill>
            <a:schemeClr val="tx1"/>
          </a:solidFill>
          <a:latin typeface="+mn-lt"/>
          <a:ea typeface="+mn-ea"/>
          <a:cs typeface="+mn-cs"/>
        </a:defRPr>
      </a:lvl6pPr>
      <a:lvl7pPr marL="3509010" indent="-269875" algn="l" defTabSz="1079500" rtl="0" eaLnBrk="1" latinLnBrk="0" hangingPunct="1">
        <a:lnSpc>
          <a:spcPct val="90000"/>
        </a:lnSpc>
        <a:spcBef>
          <a:spcPts val="590"/>
        </a:spcBef>
        <a:buFont typeface="Arial" panose="020B0604020202020204" pitchFamily="34" charset="0"/>
        <a:buChar char="•"/>
        <a:defRPr sz="2125" kern="1200">
          <a:solidFill>
            <a:schemeClr val="tx1"/>
          </a:solidFill>
          <a:latin typeface="+mn-lt"/>
          <a:ea typeface="+mn-ea"/>
          <a:cs typeface="+mn-cs"/>
        </a:defRPr>
      </a:lvl7pPr>
      <a:lvl8pPr marL="4048760" indent="-269875" algn="l" defTabSz="1079500" rtl="0" eaLnBrk="1" latinLnBrk="0" hangingPunct="1">
        <a:lnSpc>
          <a:spcPct val="90000"/>
        </a:lnSpc>
        <a:spcBef>
          <a:spcPts val="590"/>
        </a:spcBef>
        <a:buFont typeface="Arial" panose="020B0604020202020204" pitchFamily="34" charset="0"/>
        <a:buChar char="•"/>
        <a:defRPr sz="2125" kern="1200">
          <a:solidFill>
            <a:schemeClr val="tx1"/>
          </a:solidFill>
          <a:latin typeface="+mn-lt"/>
          <a:ea typeface="+mn-ea"/>
          <a:cs typeface="+mn-cs"/>
        </a:defRPr>
      </a:lvl8pPr>
      <a:lvl9pPr marL="4588510" indent="-269875" algn="l" defTabSz="1079500" rtl="0" eaLnBrk="1" latinLnBrk="0" hangingPunct="1">
        <a:lnSpc>
          <a:spcPct val="90000"/>
        </a:lnSpc>
        <a:spcBef>
          <a:spcPts val="590"/>
        </a:spcBef>
        <a:buFont typeface="Arial" panose="020B0604020202020204" pitchFamily="34" charset="0"/>
        <a:buChar char="•"/>
        <a:defRPr sz="2125" kern="1200">
          <a:solidFill>
            <a:schemeClr val="tx1"/>
          </a:solidFill>
          <a:latin typeface="+mn-lt"/>
          <a:ea typeface="+mn-ea"/>
          <a:cs typeface="+mn-cs"/>
        </a:defRPr>
      </a:lvl9pPr>
    </p:bodyStyle>
    <p:otherStyle>
      <a:defPPr>
        <a:defRPr lang="en-US"/>
      </a:defPPr>
      <a:lvl1pPr marL="0" algn="l" defTabSz="1079500" rtl="0" eaLnBrk="1" latinLnBrk="0" hangingPunct="1">
        <a:defRPr sz="2125" kern="1200">
          <a:solidFill>
            <a:schemeClr val="tx1"/>
          </a:solidFill>
          <a:latin typeface="+mn-lt"/>
          <a:ea typeface="+mn-ea"/>
          <a:cs typeface="+mn-cs"/>
        </a:defRPr>
      </a:lvl1pPr>
      <a:lvl2pPr marL="539750" algn="l" defTabSz="1079500" rtl="0" eaLnBrk="1" latinLnBrk="0" hangingPunct="1">
        <a:defRPr sz="2125" kern="1200">
          <a:solidFill>
            <a:schemeClr val="tx1"/>
          </a:solidFill>
          <a:latin typeface="+mn-lt"/>
          <a:ea typeface="+mn-ea"/>
          <a:cs typeface="+mn-cs"/>
        </a:defRPr>
      </a:lvl2pPr>
      <a:lvl3pPr marL="1079500" algn="l" defTabSz="1079500" rtl="0" eaLnBrk="1" latinLnBrk="0" hangingPunct="1">
        <a:defRPr sz="2125" kern="1200">
          <a:solidFill>
            <a:schemeClr val="tx1"/>
          </a:solidFill>
          <a:latin typeface="+mn-lt"/>
          <a:ea typeface="+mn-ea"/>
          <a:cs typeface="+mn-cs"/>
        </a:defRPr>
      </a:lvl3pPr>
      <a:lvl4pPr marL="1619250" algn="l" defTabSz="1079500" rtl="0" eaLnBrk="1" latinLnBrk="0" hangingPunct="1">
        <a:defRPr sz="2125" kern="1200">
          <a:solidFill>
            <a:schemeClr val="tx1"/>
          </a:solidFill>
          <a:latin typeface="+mn-lt"/>
          <a:ea typeface="+mn-ea"/>
          <a:cs typeface="+mn-cs"/>
        </a:defRPr>
      </a:lvl4pPr>
      <a:lvl5pPr marL="2159000" algn="l" defTabSz="1079500" rtl="0" eaLnBrk="1" latinLnBrk="0" hangingPunct="1">
        <a:defRPr sz="2125" kern="1200">
          <a:solidFill>
            <a:schemeClr val="tx1"/>
          </a:solidFill>
          <a:latin typeface="+mn-lt"/>
          <a:ea typeface="+mn-ea"/>
          <a:cs typeface="+mn-cs"/>
        </a:defRPr>
      </a:lvl5pPr>
      <a:lvl6pPr marL="2699385" algn="l" defTabSz="1079500" rtl="0" eaLnBrk="1" latinLnBrk="0" hangingPunct="1">
        <a:defRPr sz="2125" kern="1200">
          <a:solidFill>
            <a:schemeClr val="tx1"/>
          </a:solidFill>
          <a:latin typeface="+mn-lt"/>
          <a:ea typeface="+mn-ea"/>
          <a:cs typeface="+mn-cs"/>
        </a:defRPr>
      </a:lvl6pPr>
      <a:lvl7pPr marL="3239135" algn="l" defTabSz="1079500" rtl="0" eaLnBrk="1" latinLnBrk="0" hangingPunct="1">
        <a:defRPr sz="2125" kern="1200">
          <a:solidFill>
            <a:schemeClr val="tx1"/>
          </a:solidFill>
          <a:latin typeface="+mn-lt"/>
          <a:ea typeface="+mn-ea"/>
          <a:cs typeface="+mn-cs"/>
        </a:defRPr>
      </a:lvl7pPr>
      <a:lvl8pPr marL="3778885" algn="l" defTabSz="1079500" rtl="0" eaLnBrk="1" latinLnBrk="0" hangingPunct="1">
        <a:defRPr sz="2125" kern="1200">
          <a:solidFill>
            <a:schemeClr val="tx1"/>
          </a:solidFill>
          <a:latin typeface="+mn-lt"/>
          <a:ea typeface="+mn-ea"/>
          <a:cs typeface="+mn-cs"/>
        </a:defRPr>
      </a:lvl8pPr>
      <a:lvl9pPr marL="4318635" algn="l" defTabSz="1079500" rtl="0" eaLnBrk="1" latinLnBrk="0" hangingPunct="1">
        <a:defRPr sz="21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mk:@MSITStore:E:\&#21326;&#20026;&#30456;&#20851;&#36164;&#26009;\&#20113;&#25968;&#25454;&#24211;%20GaussDB%2024.7.30.10%20&#20135;&#21697;&#25991;&#26723;(for%20&#21326;&#20026;&#20113;Stack%208.5.0)%2001.chm::/zh-cn_topic_0000002008637660.html" TargetMode="External"/><Relationship Id="rId7" Type="http://schemas.openxmlformats.org/officeDocument/2006/relationships/hyperlink" Target="mk:@MSITStore:E:\&#21326;&#20026;&#30456;&#20851;&#36164;&#26009;\&#20113;&#25968;&#25454;&#24211;%20GaussDB%2024.7.30.10%20&#20135;&#21697;&#25991;&#26723;(for%20&#21326;&#20026;&#20113;Stack%208.5.0)%2001.chm::/zh-cn_topic_0000002044678361.html" TargetMode="External"/><Relationship Id="rId2" Type="http://schemas.openxmlformats.org/officeDocument/2006/relationships/hyperlink" Target="mk:@MSITStore:E:\&#21326;&#20026;&#30456;&#20851;&#36164;&#26009;\&#20113;&#25968;&#25454;&#24211;%20GaussDB%2024.7.30.10%20&#20135;&#21697;&#25991;&#26723;(for%20&#21326;&#20026;&#20113;Stack%208.5.0)%2001.chm::/zh-cn_topic_0000002044678349.html" TargetMode="External"/><Relationship Id="rId1" Type="http://schemas.openxmlformats.org/officeDocument/2006/relationships/slideLayout" Target="../slideLayouts/slideLayout16.xml"/><Relationship Id="rId6" Type="http://schemas.openxmlformats.org/officeDocument/2006/relationships/hyperlink" Target="mk:@MSITStore:E:\&#21326;&#20026;&#30456;&#20851;&#36164;&#26009;\&#20113;&#25968;&#25454;&#24211;%20GaussDB%2024.7.30.10%20&#20135;&#21697;&#25991;&#26723;(for%20&#21326;&#20026;&#20113;Stack%208.5.0)%2001.chm::/zh-cn_topic_0000002044678353.html" TargetMode="External"/><Relationship Id="rId5" Type="http://schemas.openxmlformats.org/officeDocument/2006/relationships/hyperlink" Target="mk:@MSITStore:E:\&#21326;&#20026;&#30456;&#20851;&#36164;&#26009;\&#20113;&#25968;&#25454;&#24211;%20GaussDB%2024.7.30.10%20&#20135;&#21697;&#25991;&#26723;(for%20&#21326;&#20026;&#20113;Stack%208.5.0)%2001.chm::/zh-cn_topic_0000002008479388.html" TargetMode="External"/><Relationship Id="rId10" Type="http://schemas.openxmlformats.org/officeDocument/2006/relationships/image" Target="../media/image16.png"/><Relationship Id="rId4" Type="http://schemas.openxmlformats.org/officeDocument/2006/relationships/hyperlink" Target="mk:@MSITStore:E:\&#21326;&#20026;&#30456;&#20851;&#36164;&#26009;\&#20113;&#25968;&#25454;&#24211;%20GaussDB%2024.7.30.10%20&#20135;&#21697;&#25991;&#26723;(for%20&#21326;&#20026;&#20113;Stack%208.5.0)%2001.chm::/zh-cn_topic_0000002008637668.html" TargetMode="External"/><Relationship Id="rId9"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5871" y="2457508"/>
            <a:ext cx="7427237" cy="3161948"/>
          </a:xfrm>
        </p:spPr>
        <p:txBody>
          <a:bodyPr/>
          <a:lstStyle/>
          <a:p>
            <a:pPr algn="ctr"/>
            <a:br>
              <a:rPr lang="en-US" altLang="zh-CN" b="1" dirty="0">
                <a:solidFill>
                  <a:srgbClr val="C00000"/>
                </a:solidFill>
                <a:latin typeface="微软雅黑" panose="020B0503020204020204" pitchFamily="34" charset="-122"/>
                <a:ea typeface="微软雅黑" panose="020B0503020204020204" pitchFamily="34" charset="-122"/>
              </a:rPr>
            </a:br>
            <a:r>
              <a:rPr lang="en-US" altLang="zh-CN" b="1" dirty="0" err="1">
                <a:solidFill>
                  <a:srgbClr val="C00000"/>
                </a:solidFill>
                <a:latin typeface="微软雅黑" panose="020B0503020204020204" pitchFamily="34" charset="-122"/>
                <a:ea typeface="微软雅黑" panose="020B0503020204020204" pitchFamily="34" charset="-122"/>
              </a:rPr>
              <a:t>GaussDB</a:t>
            </a:r>
            <a:r>
              <a:rPr lang="en-US" altLang="zh-CN" b="1" dirty="0">
                <a:solidFill>
                  <a:srgbClr val="C00000"/>
                </a:solidFill>
                <a:latin typeface="微软雅黑" panose="020B0503020204020204" pitchFamily="34" charset="-122"/>
                <a:ea typeface="微软雅黑" panose="020B0503020204020204" pitchFamily="34" charset="-122"/>
              </a:rPr>
              <a:t> </a:t>
            </a:r>
            <a:r>
              <a:rPr lang="en-US" altLang="zh-CN" b="1" dirty="0" err="1">
                <a:solidFill>
                  <a:srgbClr val="C00000"/>
                </a:solidFill>
                <a:latin typeface="微软雅黑" panose="020B0503020204020204" pitchFamily="34" charset="-122"/>
                <a:ea typeface="微软雅黑" panose="020B0503020204020204" pitchFamily="34" charset="-122"/>
              </a:rPr>
              <a:t>sql</a:t>
            </a:r>
            <a:r>
              <a:rPr lang="zh-CN" altLang="en-US" b="1" dirty="0">
                <a:solidFill>
                  <a:srgbClr val="C00000"/>
                </a:solidFill>
                <a:latin typeface="微软雅黑" panose="020B0503020204020204" pitchFamily="34" charset="-122"/>
                <a:ea typeface="微软雅黑" panose="020B0503020204020204" pitchFamily="34" charset="-122"/>
              </a:rPr>
              <a:t>执行原理</a:t>
            </a:r>
            <a:br>
              <a:rPr lang="en-US" altLang="zh-CN" b="1" dirty="0">
                <a:solidFill>
                  <a:srgbClr val="C00000"/>
                </a:solidFill>
                <a:latin typeface="微软雅黑" panose="020B0503020204020204" pitchFamily="34" charset="-122"/>
                <a:ea typeface="微软雅黑" panose="020B0503020204020204" pitchFamily="34" charset="-122"/>
              </a:rPr>
            </a:br>
            <a:br>
              <a:rPr lang="en-US" altLang="zh-CN" b="1" dirty="0">
                <a:solidFill>
                  <a:srgbClr val="C00000"/>
                </a:solidFill>
                <a:latin typeface="微软雅黑" panose="020B0503020204020204" pitchFamily="34" charset="-122"/>
                <a:ea typeface="微软雅黑" panose="020B0503020204020204" pitchFamily="34" charset="-122"/>
              </a:rPr>
            </a:br>
            <a:endParaRPr lang="zh-CN" altLang="en-US" sz="2125"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advTm="800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7"/>
          <p:cNvSpPr txBox="1"/>
          <p:nvPr/>
        </p:nvSpPr>
        <p:spPr>
          <a:xfrm>
            <a:off x="2980267" y="3173116"/>
            <a:ext cx="11702581" cy="867610"/>
          </a:xfrm>
          <a:prstGeom prst="rect">
            <a:avLst/>
          </a:prstGeom>
          <a:noFill/>
        </p:spPr>
        <p:txBody>
          <a:bodyPr wrap="square" rtlCol="0">
            <a:spAutoFit/>
          </a:bodyPr>
          <a:lstStyle/>
          <a:p>
            <a:pPr defTabSz="1079500"/>
            <a:r>
              <a:rPr lang="zh-CN" altLang="en-US" sz="5040" b="1" dirty="0">
                <a:solidFill>
                  <a:prstClr val="white"/>
                </a:solidFill>
                <a:latin typeface="微软雅黑" panose="020B0503020204020204" pitchFamily="34" charset="-122"/>
                <a:ea typeface="微软雅黑" panose="020B0503020204020204" pitchFamily="34" charset="-122"/>
              </a:rPr>
              <a:t>部署形态</a:t>
            </a:r>
            <a:endParaRPr lang="en-US" altLang="zh-CN" sz="5040" b="1" dirty="0">
              <a:solidFill>
                <a:prstClr val="white"/>
              </a:solidFill>
              <a:latin typeface="微软雅黑" panose="020B0503020204020204" pitchFamily="34" charset="-122"/>
              <a:ea typeface="微软雅黑" panose="020B0503020204020204" pitchFamily="34" charset="-122"/>
            </a:endParaRPr>
          </a:p>
        </p:txBody>
      </p:sp>
      <p:sp>
        <p:nvSpPr>
          <p:cNvPr id="7" name="Text Box 58"/>
          <p:cNvSpPr txBox="1">
            <a:spLocks noChangeArrowheads="1"/>
          </p:cNvSpPr>
          <p:nvPr/>
        </p:nvSpPr>
        <p:spPr bwMode="auto">
          <a:xfrm>
            <a:off x="632321" y="2795092"/>
            <a:ext cx="1886346" cy="1708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07973" tIns="53987" rIns="107973" bIns="53987">
            <a:spAutoFit/>
          </a:bodyPr>
          <a:lstStyle/>
          <a:p>
            <a:pPr algn="ctr" defTabSz="1079500"/>
            <a:r>
              <a:rPr lang="en-US" altLang="zh-CN" sz="10390" kern="0" dirty="0">
                <a:solidFill>
                  <a:prstClr val="white"/>
                </a:solidFill>
                <a:latin typeface="Impact" panose="020B0806030902050204" pitchFamily="34" charset="0"/>
                <a:ea typeface="微软雅黑" panose="020B0503020204020204" pitchFamily="34" charset="-122"/>
              </a:rPr>
              <a:t>01</a:t>
            </a:r>
          </a:p>
        </p:txBody>
      </p:sp>
      <p:sp>
        <p:nvSpPr>
          <p:cNvPr id="2" name="文本框 1">
            <a:extLst>
              <a:ext uri="{FF2B5EF4-FFF2-40B4-BE49-F238E27FC236}">
                <a16:creationId xmlns:a16="http://schemas.microsoft.com/office/drawing/2014/main" id="{AAC41DE4-EE46-E8C3-4B19-FFBE5AAA6212}"/>
              </a:ext>
            </a:extLst>
          </p:cNvPr>
          <p:cNvSpPr txBox="1"/>
          <p:nvPr/>
        </p:nvSpPr>
        <p:spPr>
          <a:xfrm>
            <a:off x="3899263" y="1795888"/>
            <a:ext cx="7184571" cy="3706464"/>
          </a:xfrm>
          <a:prstGeom prst="rect">
            <a:avLst/>
          </a:prstGeom>
          <a:noFill/>
        </p:spPr>
        <p:txBody>
          <a:bodyPr wrap="square" rtlCol="0">
            <a:spAutoFit/>
          </a:bodyPr>
          <a:lstStyle/>
          <a:p>
            <a:pPr marL="571500" indent="-571500">
              <a:lnSpc>
                <a:spcPct val="150000"/>
              </a:lnSpc>
              <a:buFont typeface="+mj-lt"/>
              <a:buAutoNum type="romanUcPeriod"/>
            </a:pPr>
            <a:r>
              <a:rPr lang="en-US" altLang="zh-CN" sz="3200" b="1" dirty="0" err="1">
                <a:solidFill>
                  <a:srgbClr val="C00000"/>
                </a:solidFill>
              </a:rPr>
              <a:t>GaussDB</a:t>
            </a:r>
            <a:r>
              <a:rPr lang="zh-CN" altLang="en-US" sz="3200" b="1" dirty="0">
                <a:solidFill>
                  <a:srgbClr val="C00000"/>
                </a:solidFill>
              </a:rPr>
              <a:t>系统架构介绍</a:t>
            </a:r>
            <a:endParaRPr lang="en-US" altLang="zh-CN" sz="3200" b="1" dirty="0">
              <a:solidFill>
                <a:srgbClr val="C00000"/>
              </a:solidFill>
            </a:endParaRPr>
          </a:p>
          <a:p>
            <a:pPr marL="571500" indent="-571500">
              <a:lnSpc>
                <a:spcPct val="150000"/>
              </a:lnSpc>
              <a:buFont typeface="+mj-lt"/>
              <a:buAutoNum type="romanUcPeriod"/>
            </a:pPr>
            <a:r>
              <a:rPr lang="en-US" altLang="zh-CN" sz="3200" b="1" dirty="0">
                <a:solidFill>
                  <a:srgbClr val="C00000"/>
                </a:solidFill>
              </a:rPr>
              <a:t>SQL</a:t>
            </a:r>
            <a:r>
              <a:rPr lang="zh-CN" altLang="en-US" sz="3200" b="1" dirty="0">
                <a:solidFill>
                  <a:srgbClr val="C00000"/>
                </a:solidFill>
              </a:rPr>
              <a:t>执行流程</a:t>
            </a:r>
            <a:endParaRPr lang="en-US" altLang="zh-CN" sz="3200" b="1" dirty="0">
              <a:solidFill>
                <a:srgbClr val="C00000"/>
              </a:solidFill>
            </a:endParaRPr>
          </a:p>
          <a:p>
            <a:pPr marL="571500" indent="-571500">
              <a:lnSpc>
                <a:spcPct val="150000"/>
              </a:lnSpc>
              <a:buFont typeface="+mj-lt"/>
              <a:buAutoNum type="romanUcPeriod"/>
            </a:pPr>
            <a:r>
              <a:rPr lang="en-US" altLang="zh-CN" sz="3200" b="1" dirty="0">
                <a:solidFill>
                  <a:srgbClr val="C00000"/>
                </a:solidFill>
              </a:rPr>
              <a:t>SQL</a:t>
            </a:r>
            <a:r>
              <a:rPr lang="zh-CN" altLang="en-US" sz="3200" b="1" dirty="0">
                <a:solidFill>
                  <a:srgbClr val="C00000"/>
                </a:solidFill>
              </a:rPr>
              <a:t>解析详解</a:t>
            </a:r>
            <a:endParaRPr lang="en-US" altLang="zh-CN" sz="3200" b="1" dirty="0">
              <a:solidFill>
                <a:srgbClr val="C00000"/>
              </a:solidFill>
            </a:endParaRPr>
          </a:p>
          <a:p>
            <a:pPr marL="571500" indent="-571500">
              <a:lnSpc>
                <a:spcPct val="150000"/>
              </a:lnSpc>
              <a:buFont typeface="+mj-lt"/>
              <a:buAutoNum type="romanUcPeriod"/>
            </a:pPr>
            <a:r>
              <a:rPr lang="en-US" altLang="zh-CN" sz="3200" b="1" dirty="0">
                <a:solidFill>
                  <a:srgbClr val="C00000"/>
                </a:solidFill>
              </a:rPr>
              <a:t>SQL</a:t>
            </a:r>
            <a:r>
              <a:rPr lang="zh-CN" altLang="en-US" sz="3200" b="1" dirty="0">
                <a:solidFill>
                  <a:srgbClr val="C00000"/>
                </a:solidFill>
              </a:rPr>
              <a:t>优化过程详解</a:t>
            </a:r>
            <a:endParaRPr lang="en-US" altLang="zh-CN" sz="3200" b="1" dirty="0">
              <a:solidFill>
                <a:srgbClr val="C00000"/>
              </a:solidFill>
            </a:endParaRPr>
          </a:p>
          <a:p>
            <a:pPr marL="571500" indent="-571500">
              <a:lnSpc>
                <a:spcPct val="150000"/>
              </a:lnSpc>
              <a:buFont typeface="+mj-lt"/>
              <a:buAutoNum type="romanUcPeriod"/>
            </a:pPr>
            <a:r>
              <a:rPr lang="en-US" altLang="zh-CN" sz="3200" b="1" dirty="0">
                <a:solidFill>
                  <a:srgbClr val="C00000"/>
                </a:solidFill>
              </a:rPr>
              <a:t>SQL</a:t>
            </a:r>
            <a:r>
              <a:rPr lang="zh-CN" altLang="en-US" sz="3200" b="1" dirty="0">
                <a:solidFill>
                  <a:srgbClr val="C00000"/>
                </a:solidFill>
              </a:rPr>
              <a:t>执行</a:t>
            </a:r>
          </a:p>
        </p:txBody>
      </p:sp>
    </p:spTree>
  </p:cSld>
  <p:clrMapOvr>
    <a:masterClrMapping/>
  </p:clrMapOvr>
  <p:transition advClick="0">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Freeform 6"/>
          <p:cNvSpPr>
            <a:spLocks noChangeAspect="1"/>
          </p:cNvSpPr>
          <p:nvPr/>
        </p:nvSpPr>
        <p:spPr bwMode="auto">
          <a:xfrm rot="5400000">
            <a:off x="6678115" y="1018956"/>
            <a:ext cx="1129028" cy="11395733"/>
          </a:xfrm>
          <a:custGeom>
            <a:avLst/>
            <a:gdLst>
              <a:gd name="T0" fmla="*/ 2948 w 2948"/>
              <a:gd name="T1" fmla="*/ 3883 h 4150"/>
              <a:gd name="T2" fmla="*/ 0 w 2948"/>
              <a:gd name="T3" fmla="*/ 4150 h 4150"/>
              <a:gd name="T4" fmla="*/ 0 w 2948"/>
              <a:gd name="T5" fmla="*/ 0 h 4150"/>
              <a:gd name="T6" fmla="*/ 2948 w 2948"/>
              <a:gd name="T7" fmla="*/ 536 h 4150"/>
              <a:gd name="T8" fmla="*/ 2948 w 2948"/>
              <a:gd name="T9" fmla="*/ 3883 h 4150"/>
            </a:gdLst>
            <a:ahLst/>
            <a:cxnLst>
              <a:cxn ang="0">
                <a:pos x="T0" y="T1"/>
              </a:cxn>
              <a:cxn ang="0">
                <a:pos x="T2" y="T3"/>
              </a:cxn>
              <a:cxn ang="0">
                <a:pos x="T4" y="T5"/>
              </a:cxn>
              <a:cxn ang="0">
                <a:pos x="T6" y="T7"/>
              </a:cxn>
              <a:cxn ang="0">
                <a:pos x="T8" y="T9"/>
              </a:cxn>
            </a:cxnLst>
            <a:rect l="0" t="0" r="r" b="b"/>
            <a:pathLst>
              <a:path w="2948" h="4150">
                <a:moveTo>
                  <a:pt x="2948" y="3883"/>
                </a:moveTo>
                <a:lnTo>
                  <a:pt x="0" y="4150"/>
                </a:lnTo>
                <a:lnTo>
                  <a:pt x="0" y="0"/>
                </a:lnTo>
                <a:lnTo>
                  <a:pt x="2948" y="536"/>
                </a:lnTo>
                <a:lnTo>
                  <a:pt x="2948" y="3883"/>
                </a:lnTo>
                <a:close/>
              </a:path>
            </a:pathLst>
          </a:custGeom>
          <a:solidFill>
            <a:srgbClr val="002060">
              <a:alpha val="10000"/>
            </a:srgbClr>
          </a:solidFill>
          <a:ln>
            <a:noFill/>
          </a:ln>
        </p:spPr>
        <p:txBody>
          <a:bodyPr vert="horz" wrap="square" lIns="107950" tIns="53975" rIns="107950" bIns="53975" numCol="1" anchor="t" anchorCtr="0" compatLnSpc="1"/>
          <a:lstStyle/>
          <a:p>
            <a:endParaRPr lang="zh-CN" altLang="en-US" sz="2010" dirty="0"/>
          </a:p>
        </p:txBody>
      </p:sp>
      <p:cxnSp>
        <p:nvCxnSpPr>
          <p:cNvPr id="227" name="直接连接符 226"/>
          <p:cNvCxnSpPr/>
          <p:nvPr/>
        </p:nvCxnSpPr>
        <p:spPr bwMode="auto">
          <a:xfrm>
            <a:off x="6647329" y="1779837"/>
            <a:ext cx="0" cy="3843167"/>
          </a:xfrm>
          <a:prstGeom prst="line">
            <a:avLst/>
          </a:prstGeom>
          <a:noFill/>
          <a:ln w="9525" cap="flat" cmpd="sng" algn="ctr">
            <a:solidFill>
              <a:srgbClr val="6DA6D9"/>
            </a:solidFill>
            <a:prstDash val="dash"/>
            <a:round/>
            <a:headEnd type="none" w="med" len="med"/>
            <a:tailEnd type="none" w="med" len="med"/>
          </a:ln>
          <a:effectLst/>
        </p:spPr>
      </p:cxnSp>
      <p:sp>
        <p:nvSpPr>
          <p:cNvPr id="2" name="标题 1">
            <a:extLst>
              <a:ext uri="{FF2B5EF4-FFF2-40B4-BE49-F238E27FC236}">
                <a16:creationId xmlns:a16="http://schemas.microsoft.com/office/drawing/2014/main" id="{893A2DB1-5FBC-E50E-924F-1CCAD4ADF509}"/>
              </a:ext>
            </a:extLst>
          </p:cNvPr>
          <p:cNvSpPr>
            <a:spLocks noGrp="1"/>
          </p:cNvSpPr>
          <p:nvPr>
            <p:ph type="title"/>
          </p:nvPr>
        </p:nvSpPr>
        <p:spPr/>
        <p:txBody>
          <a:bodyPr/>
          <a:lstStyle/>
          <a:p>
            <a:r>
              <a:rPr lang="zh-CN" altLang="en-US" sz="4000" dirty="0"/>
              <a:t>集中式系统架构</a:t>
            </a:r>
          </a:p>
        </p:txBody>
      </p:sp>
      <p:pic>
        <p:nvPicPr>
          <p:cNvPr id="7" name="图片 6">
            <a:extLst>
              <a:ext uri="{FF2B5EF4-FFF2-40B4-BE49-F238E27FC236}">
                <a16:creationId xmlns:a16="http://schemas.microsoft.com/office/drawing/2014/main" id="{9B54DB0F-09B2-67D1-80CF-B7F96534D022}"/>
              </a:ext>
            </a:extLst>
          </p:cNvPr>
          <p:cNvPicPr>
            <a:picLocks noChangeAspect="1"/>
          </p:cNvPicPr>
          <p:nvPr/>
        </p:nvPicPr>
        <p:blipFill>
          <a:blip r:embed="rId3"/>
          <a:stretch>
            <a:fillRect/>
          </a:stretch>
        </p:blipFill>
        <p:spPr>
          <a:xfrm>
            <a:off x="856785" y="1655896"/>
            <a:ext cx="12855451" cy="5461297"/>
          </a:xfrm>
          <a:prstGeom prst="rect">
            <a:avLst/>
          </a:prstGeom>
        </p:spPr>
      </p:pic>
    </p:spTree>
  </p:cSld>
  <p:clrMapOvr>
    <a:masterClrMapping/>
  </p:clrMapOvr>
  <p:transition advClick="0" advTm="8000">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4A6EE-8266-01FE-B810-5CF2BCADE3B3}"/>
            </a:ext>
          </a:extLst>
        </p:cNvPr>
        <p:cNvGrpSpPr/>
        <p:nvPr/>
      </p:nvGrpSpPr>
      <p:grpSpPr>
        <a:xfrm>
          <a:off x="0" y="0"/>
          <a:ext cx="0" cy="0"/>
          <a:chOff x="0" y="0"/>
          <a:chExt cx="0" cy="0"/>
        </a:xfrm>
      </p:grpSpPr>
      <p:sp>
        <p:nvSpPr>
          <p:cNvPr id="113" name="Freeform 6">
            <a:extLst>
              <a:ext uri="{FF2B5EF4-FFF2-40B4-BE49-F238E27FC236}">
                <a16:creationId xmlns:a16="http://schemas.microsoft.com/office/drawing/2014/main" id="{F063DE50-ECC7-53F1-CC0A-3EF4644EE9F2}"/>
              </a:ext>
            </a:extLst>
          </p:cNvPr>
          <p:cNvSpPr>
            <a:spLocks noChangeAspect="1"/>
          </p:cNvSpPr>
          <p:nvPr/>
        </p:nvSpPr>
        <p:spPr bwMode="auto">
          <a:xfrm rot="5400000">
            <a:off x="6678115" y="1018956"/>
            <a:ext cx="1129028" cy="11395733"/>
          </a:xfrm>
          <a:custGeom>
            <a:avLst/>
            <a:gdLst>
              <a:gd name="T0" fmla="*/ 2948 w 2948"/>
              <a:gd name="T1" fmla="*/ 3883 h 4150"/>
              <a:gd name="T2" fmla="*/ 0 w 2948"/>
              <a:gd name="T3" fmla="*/ 4150 h 4150"/>
              <a:gd name="T4" fmla="*/ 0 w 2948"/>
              <a:gd name="T5" fmla="*/ 0 h 4150"/>
              <a:gd name="T6" fmla="*/ 2948 w 2948"/>
              <a:gd name="T7" fmla="*/ 536 h 4150"/>
              <a:gd name="T8" fmla="*/ 2948 w 2948"/>
              <a:gd name="T9" fmla="*/ 3883 h 4150"/>
            </a:gdLst>
            <a:ahLst/>
            <a:cxnLst>
              <a:cxn ang="0">
                <a:pos x="T0" y="T1"/>
              </a:cxn>
              <a:cxn ang="0">
                <a:pos x="T2" y="T3"/>
              </a:cxn>
              <a:cxn ang="0">
                <a:pos x="T4" y="T5"/>
              </a:cxn>
              <a:cxn ang="0">
                <a:pos x="T6" y="T7"/>
              </a:cxn>
              <a:cxn ang="0">
                <a:pos x="T8" y="T9"/>
              </a:cxn>
            </a:cxnLst>
            <a:rect l="0" t="0" r="r" b="b"/>
            <a:pathLst>
              <a:path w="2948" h="4150">
                <a:moveTo>
                  <a:pt x="2948" y="3883"/>
                </a:moveTo>
                <a:lnTo>
                  <a:pt x="0" y="4150"/>
                </a:lnTo>
                <a:lnTo>
                  <a:pt x="0" y="0"/>
                </a:lnTo>
                <a:lnTo>
                  <a:pt x="2948" y="536"/>
                </a:lnTo>
                <a:lnTo>
                  <a:pt x="2948" y="3883"/>
                </a:lnTo>
                <a:close/>
              </a:path>
            </a:pathLst>
          </a:custGeom>
          <a:solidFill>
            <a:srgbClr val="002060">
              <a:alpha val="10000"/>
            </a:srgbClr>
          </a:solidFill>
          <a:ln>
            <a:noFill/>
          </a:ln>
        </p:spPr>
        <p:txBody>
          <a:bodyPr vert="horz" wrap="square" lIns="107950" tIns="53975" rIns="107950" bIns="53975" numCol="1" anchor="t" anchorCtr="0" compatLnSpc="1"/>
          <a:lstStyle/>
          <a:p>
            <a:endParaRPr lang="zh-CN" altLang="en-US" sz="2010" dirty="0"/>
          </a:p>
        </p:txBody>
      </p:sp>
      <p:cxnSp>
        <p:nvCxnSpPr>
          <p:cNvPr id="227" name="直接连接符 226">
            <a:extLst>
              <a:ext uri="{FF2B5EF4-FFF2-40B4-BE49-F238E27FC236}">
                <a16:creationId xmlns:a16="http://schemas.microsoft.com/office/drawing/2014/main" id="{64707200-D9F9-36DB-0D65-F459A1D64555}"/>
              </a:ext>
            </a:extLst>
          </p:cNvPr>
          <p:cNvCxnSpPr/>
          <p:nvPr/>
        </p:nvCxnSpPr>
        <p:spPr bwMode="auto">
          <a:xfrm>
            <a:off x="6647329" y="1779837"/>
            <a:ext cx="0" cy="3843167"/>
          </a:xfrm>
          <a:prstGeom prst="line">
            <a:avLst/>
          </a:prstGeom>
          <a:noFill/>
          <a:ln w="9525" cap="flat" cmpd="sng" algn="ctr">
            <a:solidFill>
              <a:srgbClr val="6DA6D9"/>
            </a:solidFill>
            <a:prstDash val="dash"/>
            <a:round/>
            <a:headEnd type="none" w="med" len="med"/>
            <a:tailEnd type="none" w="med" len="med"/>
          </a:ln>
          <a:effectLst/>
        </p:spPr>
      </p:cxnSp>
      <p:sp>
        <p:nvSpPr>
          <p:cNvPr id="2" name="标题 1">
            <a:extLst>
              <a:ext uri="{FF2B5EF4-FFF2-40B4-BE49-F238E27FC236}">
                <a16:creationId xmlns:a16="http://schemas.microsoft.com/office/drawing/2014/main" id="{30AF18DD-2923-EC09-7BA0-B7436429AB6C}"/>
              </a:ext>
            </a:extLst>
          </p:cNvPr>
          <p:cNvSpPr>
            <a:spLocks noGrp="1"/>
          </p:cNvSpPr>
          <p:nvPr>
            <p:ph type="title"/>
          </p:nvPr>
        </p:nvSpPr>
        <p:spPr/>
        <p:txBody>
          <a:bodyPr/>
          <a:lstStyle/>
          <a:p>
            <a:r>
              <a:rPr lang="zh-CN" altLang="en-US" sz="4000" dirty="0"/>
              <a:t>分布式系统架构</a:t>
            </a:r>
          </a:p>
        </p:txBody>
      </p:sp>
      <p:pic>
        <p:nvPicPr>
          <p:cNvPr id="7" name="图片 6">
            <a:extLst>
              <a:ext uri="{FF2B5EF4-FFF2-40B4-BE49-F238E27FC236}">
                <a16:creationId xmlns:a16="http://schemas.microsoft.com/office/drawing/2014/main" id="{088297B3-2F9E-609F-75EC-4EAA902E0045}"/>
              </a:ext>
            </a:extLst>
          </p:cNvPr>
          <p:cNvPicPr>
            <a:picLocks noChangeAspect="1"/>
          </p:cNvPicPr>
          <p:nvPr/>
        </p:nvPicPr>
        <p:blipFill>
          <a:blip r:embed="rId3"/>
          <a:stretch>
            <a:fillRect/>
          </a:stretch>
        </p:blipFill>
        <p:spPr>
          <a:xfrm>
            <a:off x="1459717" y="1651977"/>
            <a:ext cx="11118747" cy="5064845"/>
          </a:xfrm>
          <a:prstGeom prst="rect">
            <a:avLst/>
          </a:prstGeom>
        </p:spPr>
      </p:pic>
    </p:spTree>
    <p:extLst>
      <p:ext uri="{BB962C8B-B14F-4D97-AF65-F5344CB8AC3E}">
        <p14:creationId xmlns:p14="http://schemas.microsoft.com/office/powerpoint/2010/main" val="2213144151"/>
      </p:ext>
    </p:extLst>
  </p:cSld>
  <p:clrMapOvr>
    <a:masterClrMapping/>
  </p:clrMapOvr>
  <p:transition advClick="0" advTm="8000">
    <p:fade thruBlk="1"/>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 name="矩形 76"/>
          <p:cNvSpPr/>
          <p:nvPr/>
        </p:nvSpPr>
        <p:spPr>
          <a:xfrm>
            <a:off x="8583495" y="285749"/>
            <a:ext cx="5117541" cy="6609121"/>
          </a:xfrm>
          <a:prstGeom prst="rect">
            <a:avLst/>
          </a:prstGeom>
          <a:gradFill flip="none" rotWithShape="1">
            <a:gsLst>
              <a:gs pos="90000">
                <a:srgbClr val="FFFFFF"/>
              </a:gs>
              <a:gs pos="100000">
                <a:srgbClr val="FFFFFF">
                  <a:lumMod val="95000"/>
                  <a:alpha val="70000"/>
                </a:srgbClr>
              </a:gs>
            </a:gsLst>
            <a:path path="shape">
              <a:fillToRect l="50000" t="50000" r="50000" b="50000"/>
            </a:path>
            <a:tileRect/>
          </a:gradFill>
          <a:ln w="3175" cap="flat" cmpd="sng" algn="ctr">
            <a:solidFill>
              <a:srgbClr val="FFFFFF">
                <a:lumMod val="85000"/>
              </a:srgbClr>
            </a:solidFill>
            <a:prstDash val="solid"/>
            <a:miter lim="800000"/>
          </a:ln>
          <a:effectLst/>
        </p:spPr>
        <p:txBody>
          <a:bodyPr rot="0" spcFirstLastPara="0" vertOverflow="overflow" horzOverflow="overflow" vert="horz" wrap="square" lIns="107822" tIns="53912" rIns="107822" bIns="53912" numCol="1" spcCol="0" rtlCol="0" fromWordArt="0" anchor="ctr" anchorCtr="0" forceAA="0" compatLnSpc="1">
            <a:noAutofit/>
          </a:bodyPr>
          <a:lstStyle/>
          <a:p>
            <a:pPr algn="ctr" defTabSz="1078882">
              <a:defRPr/>
            </a:pPr>
            <a:endParaRPr lang="zh-CN" altLang="en-US" sz="2119" kern="0" dirty="0">
              <a:solidFill>
                <a:srgbClr val="666666"/>
              </a:solidFill>
              <a:latin typeface="Arial" panose="020B0604020202020204" pitchFamily="34" charset="0"/>
              <a:ea typeface="等线" panose="02010600030101010101" pitchFamily="2" charset="-122"/>
              <a:cs typeface="Arial" panose="020B0604020202020204" pitchFamily="34" charset="0"/>
            </a:endParaRPr>
          </a:p>
        </p:txBody>
      </p:sp>
      <p:grpSp>
        <p:nvGrpSpPr>
          <p:cNvPr id="6" name="组合 5"/>
          <p:cNvGrpSpPr/>
          <p:nvPr/>
        </p:nvGrpSpPr>
        <p:grpSpPr>
          <a:xfrm>
            <a:off x="11219095" y="785340"/>
            <a:ext cx="1950816" cy="5951215"/>
            <a:chOff x="8187668" y="1197736"/>
            <a:chExt cx="1609073" cy="4427475"/>
          </a:xfrm>
        </p:grpSpPr>
        <p:sp>
          <p:nvSpPr>
            <p:cNvPr id="50" name="圆角矩形 32"/>
            <p:cNvSpPr/>
            <p:nvPr/>
          </p:nvSpPr>
          <p:spPr bwMode="auto">
            <a:xfrm>
              <a:off x="8187668" y="1804251"/>
              <a:ext cx="1595444" cy="356204"/>
            </a:xfrm>
            <a:prstGeom prst="roundRect">
              <a:avLst/>
            </a:prstGeom>
            <a:gradFill flip="none" rotWithShape="1">
              <a:gsLst>
                <a:gs pos="0">
                  <a:srgbClr val="C00000">
                    <a:alpha val="22000"/>
                  </a:srgbClr>
                </a:gs>
                <a:gs pos="100000">
                  <a:srgbClr val="C00000">
                    <a:alpha val="0"/>
                  </a:srgbClr>
                </a:gs>
              </a:gsLst>
              <a:lin ang="2700000" scaled="1"/>
              <a:tileRect/>
            </a:gradFill>
            <a:ln>
              <a:solidFill>
                <a:schemeClr val="bg1">
                  <a:lumMod val="65000"/>
                </a:schemeClr>
              </a:solidFill>
            </a:ln>
          </p:spPr>
          <p:txBody>
            <a:bodyPr rot="0" spcFirstLastPara="0" vertOverflow="overflow" horzOverflow="overflow" vert="horz" wrap="square" lIns="107951" tIns="53974" rIns="107951" bIns="53974" numCol="1" spcCol="0" rtlCol="0" fromWordArt="0" anchor="ctr" anchorCtr="0" forceAA="0" compatLnSpc="1">
              <a:noAutofit/>
            </a:bodyPr>
            <a:lstStyle/>
            <a:p>
              <a:pPr algn="ctr"/>
              <a:r>
                <a:rPr lang="zh-CN" altLang="en-US" sz="1417" dirty="0">
                  <a:latin typeface="Arial" panose="020B0604020202020204" pitchFamily="34" charset="0"/>
                  <a:ea typeface="微软雅黑" panose="020B0503020204020204" pitchFamily="34" charset="-122"/>
                </a:rPr>
                <a:t>语法＆词法解析</a:t>
              </a:r>
            </a:p>
          </p:txBody>
        </p:sp>
        <p:sp>
          <p:nvSpPr>
            <p:cNvPr id="51" name="圆角矩形 32"/>
            <p:cNvSpPr/>
            <p:nvPr/>
          </p:nvSpPr>
          <p:spPr bwMode="auto">
            <a:xfrm>
              <a:off x="8201297" y="2424130"/>
              <a:ext cx="1595444" cy="356204"/>
            </a:xfrm>
            <a:prstGeom prst="roundRect">
              <a:avLst/>
            </a:prstGeom>
            <a:gradFill flip="none" rotWithShape="1">
              <a:gsLst>
                <a:gs pos="0">
                  <a:srgbClr val="C00000">
                    <a:alpha val="22000"/>
                  </a:srgbClr>
                </a:gs>
                <a:gs pos="100000">
                  <a:srgbClr val="C00000">
                    <a:alpha val="0"/>
                  </a:srgbClr>
                </a:gs>
              </a:gsLst>
              <a:lin ang="2700000" scaled="1"/>
              <a:tileRect/>
            </a:gradFill>
            <a:ln>
              <a:solidFill>
                <a:schemeClr val="bg1">
                  <a:lumMod val="65000"/>
                </a:schemeClr>
              </a:solidFill>
            </a:ln>
          </p:spPr>
          <p:txBody>
            <a:bodyPr rot="0" spcFirstLastPara="0" vertOverflow="overflow" horzOverflow="overflow" vert="horz" wrap="square" lIns="107951" tIns="53974" rIns="107951" bIns="53974" numCol="1" spcCol="0" rtlCol="0" fromWordArt="0" anchor="ctr" anchorCtr="0" forceAA="0" compatLnSpc="1">
              <a:noAutofit/>
            </a:bodyPr>
            <a:lstStyle/>
            <a:p>
              <a:pPr algn="ctr"/>
              <a:r>
                <a:rPr lang="zh-CN" altLang="en-US" sz="1417" dirty="0">
                  <a:latin typeface="Arial" panose="020B0604020202020204" pitchFamily="34" charset="0"/>
                  <a:ea typeface="微软雅黑" panose="020B0503020204020204" pitchFamily="34" charset="-122"/>
                </a:rPr>
                <a:t>语义解析</a:t>
              </a:r>
            </a:p>
          </p:txBody>
        </p:sp>
        <p:sp>
          <p:nvSpPr>
            <p:cNvPr id="52" name="圆角矩形 32"/>
            <p:cNvSpPr/>
            <p:nvPr/>
          </p:nvSpPr>
          <p:spPr bwMode="auto">
            <a:xfrm>
              <a:off x="8187668" y="3014849"/>
              <a:ext cx="1595444" cy="356204"/>
            </a:xfrm>
            <a:prstGeom prst="roundRect">
              <a:avLst/>
            </a:prstGeom>
            <a:gradFill flip="none" rotWithShape="1">
              <a:gsLst>
                <a:gs pos="0">
                  <a:srgbClr val="C00000">
                    <a:alpha val="22000"/>
                  </a:srgbClr>
                </a:gs>
                <a:gs pos="100000">
                  <a:srgbClr val="C00000">
                    <a:alpha val="0"/>
                  </a:srgbClr>
                </a:gs>
              </a:gsLst>
              <a:lin ang="2700000" scaled="1"/>
              <a:tileRect/>
            </a:gradFill>
            <a:ln>
              <a:solidFill>
                <a:schemeClr val="bg1">
                  <a:lumMod val="65000"/>
                </a:schemeClr>
              </a:solidFill>
            </a:ln>
          </p:spPr>
          <p:txBody>
            <a:bodyPr rot="0" spcFirstLastPara="0" vertOverflow="overflow" horzOverflow="overflow" vert="horz" wrap="square" lIns="107951" tIns="53974" rIns="107951" bIns="53974" numCol="1" spcCol="0" rtlCol="0" fromWordArt="0" anchor="ctr" anchorCtr="0" forceAA="0" compatLnSpc="1">
              <a:noAutofit/>
            </a:bodyPr>
            <a:lstStyle/>
            <a:p>
              <a:pPr algn="ctr"/>
              <a:r>
                <a:rPr lang="zh-CN" altLang="en-US" sz="1417" dirty="0">
                  <a:latin typeface="Arial" panose="020B0604020202020204" pitchFamily="34" charset="0"/>
                  <a:ea typeface="微软雅黑" panose="020B0503020204020204" pitchFamily="34" charset="-122"/>
                </a:rPr>
                <a:t>查询重写</a:t>
              </a:r>
            </a:p>
          </p:txBody>
        </p:sp>
        <p:sp>
          <p:nvSpPr>
            <p:cNvPr id="53" name="圆角矩形 32"/>
            <p:cNvSpPr/>
            <p:nvPr/>
          </p:nvSpPr>
          <p:spPr bwMode="auto">
            <a:xfrm>
              <a:off x="8187668" y="3588479"/>
              <a:ext cx="1595444" cy="356204"/>
            </a:xfrm>
            <a:prstGeom prst="roundRect">
              <a:avLst/>
            </a:prstGeom>
            <a:gradFill flip="none" rotWithShape="1">
              <a:gsLst>
                <a:gs pos="0">
                  <a:srgbClr val="C00000">
                    <a:alpha val="22000"/>
                  </a:srgbClr>
                </a:gs>
                <a:gs pos="100000">
                  <a:srgbClr val="C00000">
                    <a:alpha val="0"/>
                  </a:srgbClr>
                </a:gs>
              </a:gsLst>
              <a:lin ang="2700000" scaled="1"/>
              <a:tileRect/>
            </a:gradFill>
            <a:ln>
              <a:solidFill>
                <a:schemeClr val="bg1">
                  <a:lumMod val="65000"/>
                </a:schemeClr>
              </a:solidFill>
            </a:ln>
          </p:spPr>
          <p:txBody>
            <a:bodyPr rot="0" spcFirstLastPara="0" vertOverflow="overflow" horzOverflow="overflow" vert="horz" wrap="square" lIns="107951" tIns="53974" rIns="107951" bIns="53974" numCol="1" spcCol="0" rtlCol="0" fromWordArt="0" anchor="ctr" anchorCtr="0" forceAA="0" compatLnSpc="1">
              <a:noAutofit/>
            </a:bodyPr>
            <a:lstStyle/>
            <a:p>
              <a:pPr algn="ctr"/>
              <a:r>
                <a:rPr lang="zh-CN" altLang="en-US" sz="1417" dirty="0">
                  <a:latin typeface="Arial" panose="020B0604020202020204" pitchFamily="34" charset="0"/>
                  <a:ea typeface="微软雅黑" panose="020B0503020204020204" pitchFamily="34" charset="-122"/>
                </a:rPr>
                <a:t>查询优化</a:t>
              </a:r>
            </a:p>
          </p:txBody>
        </p:sp>
        <p:sp>
          <p:nvSpPr>
            <p:cNvPr id="54" name="圆角矩形 32"/>
            <p:cNvSpPr/>
            <p:nvPr/>
          </p:nvSpPr>
          <p:spPr bwMode="auto">
            <a:xfrm>
              <a:off x="8201297" y="4162109"/>
              <a:ext cx="1595444" cy="356204"/>
            </a:xfrm>
            <a:prstGeom prst="roundRect">
              <a:avLst/>
            </a:prstGeom>
            <a:gradFill flip="none" rotWithShape="1">
              <a:gsLst>
                <a:gs pos="0">
                  <a:srgbClr val="C00000">
                    <a:alpha val="22000"/>
                  </a:srgbClr>
                </a:gs>
                <a:gs pos="100000">
                  <a:srgbClr val="C00000">
                    <a:alpha val="0"/>
                  </a:srgbClr>
                </a:gs>
              </a:gsLst>
              <a:lin ang="2700000" scaled="1"/>
              <a:tileRect/>
            </a:gradFill>
            <a:ln>
              <a:solidFill>
                <a:schemeClr val="bg1">
                  <a:lumMod val="65000"/>
                </a:schemeClr>
              </a:solidFill>
            </a:ln>
          </p:spPr>
          <p:txBody>
            <a:bodyPr rot="0" spcFirstLastPara="0" vertOverflow="overflow" horzOverflow="overflow" vert="horz" wrap="square" lIns="107951" tIns="53974" rIns="107951" bIns="53974" numCol="1" spcCol="0" rtlCol="0" fromWordArt="0" anchor="ctr" anchorCtr="0" forceAA="0" compatLnSpc="1">
              <a:noAutofit/>
            </a:bodyPr>
            <a:lstStyle/>
            <a:p>
              <a:pPr algn="ctr"/>
              <a:r>
                <a:rPr lang="zh-CN" altLang="en-US" sz="1417" dirty="0">
                  <a:latin typeface="Arial" panose="020B0604020202020204" pitchFamily="34" charset="0"/>
                  <a:ea typeface="微软雅黑" panose="020B0503020204020204" pitchFamily="34" charset="-122"/>
                </a:rPr>
                <a:t>查询执行</a:t>
              </a:r>
            </a:p>
          </p:txBody>
        </p:sp>
        <p:sp>
          <p:nvSpPr>
            <p:cNvPr id="55" name="圆角矩形 32"/>
            <p:cNvSpPr/>
            <p:nvPr/>
          </p:nvSpPr>
          <p:spPr bwMode="auto">
            <a:xfrm>
              <a:off x="8187669" y="1197736"/>
              <a:ext cx="1595444" cy="356204"/>
            </a:xfrm>
            <a:prstGeom prst="roundRect">
              <a:avLst/>
            </a:prstGeom>
            <a:gradFill flip="none" rotWithShape="1">
              <a:gsLst>
                <a:gs pos="0">
                  <a:schemeClr val="bg1">
                    <a:lumMod val="50000"/>
                    <a:alpha val="49000"/>
                  </a:schemeClr>
                </a:gs>
                <a:gs pos="100000">
                  <a:schemeClr val="bg1">
                    <a:lumMod val="65000"/>
                    <a:alpha val="0"/>
                  </a:schemeClr>
                </a:gs>
              </a:gsLst>
              <a:lin ang="2700000" scaled="1"/>
              <a:tileRect/>
            </a:gradFill>
            <a:ln>
              <a:solidFill>
                <a:schemeClr val="bg1">
                  <a:lumMod val="65000"/>
                </a:schemeClr>
              </a:solidFill>
            </a:ln>
          </p:spPr>
          <p:txBody>
            <a:bodyPr rot="0" spcFirstLastPara="0" vertOverflow="overflow" horzOverflow="overflow" vert="horz" wrap="square" lIns="107951" tIns="53974" rIns="107951" bIns="53974" numCol="1" spcCol="0" rtlCol="0" fromWordArt="0" anchor="ctr" anchorCtr="0" forceAA="0" compatLnSpc="1">
              <a:noAutofit/>
            </a:bodyPr>
            <a:lstStyle/>
            <a:p>
              <a:pPr algn="ctr"/>
              <a:r>
                <a:rPr lang="en-US" altLang="zh-CN" sz="1417" dirty="0">
                  <a:latin typeface="Arial" panose="020B0604020202020204" pitchFamily="34" charset="0"/>
                  <a:ea typeface="微软雅黑" panose="020B0503020204020204" pitchFamily="34" charset="-122"/>
                </a:rPr>
                <a:t>Query</a:t>
              </a:r>
              <a:endParaRPr lang="zh-CN" altLang="en-US" sz="1417" dirty="0">
                <a:latin typeface="Arial" panose="020B0604020202020204" pitchFamily="34" charset="0"/>
                <a:ea typeface="微软雅黑" panose="020B0503020204020204" pitchFamily="34" charset="-122"/>
              </a:endParaRPr>
            </a:p>
          </p:txBody>
        </p:sp>
        <p:sp>
          <p:nvSpPr>
            <p:cNvPr id="56" name="圆角矩形 32"/>
            <p:cNvSpPr/>
            <p:nvPr/>
          </p:nvSpPr>
          <p:spPr bwMode="auto">
            <a:xfrm>
              <a:off x="8187669" y="5269007"/>
              <a:ext cx="1595444" cy="356204"/>
            </a:xfrm>
            <a:prstGeom prst="roundRect">
              <a:avLst/>
            </a:prstGeom>
            <a:gradFill flip="none" rotWithShape="1">
              <a:gsLst>
                <a:gs pos="0">
                  <a:schemeClr val="bg1">
                    <a:lumMod val="50000"/>
                    <a:alpha val="49000"/>
                  </a:schemeClr>
                </a:gs>
                <a:gs pos="100000">
                  <a:schemeClr val="bg1">
                    <a:lumMod val="65000"/>
                    <a:alpha val="0"/>
                  </a:schemeClr>
                </a:gs>
              </a:gsLst>
              <a:lin ang="2700000" scaled="1"/>
              <a:tileRect/>
            </a:gradFill>
            <a:ln>
              <a:solidFill>
                <a:schemeClr val="bg1">
                  <a:lumMod val="65000"/>
                </a:schemeClr>
              </a:solidFill>
            </a:ln>
          </p:spPr>
          <p:txBody>
            <a:bodyPr rot="0" spcFirstLastPara="0" vertOverflow="overflow" horzOverflow="overflow" vert="horz" wrap="square" lIns="107951" tIns="53974" rIns="107951" bIns="53974" numCol="1" spcCol="0" rtlCol="0" fromWordArt="0" anchor="ctr" anchorCtr="0" forceAA="0" compatLnSpc="1">
              <a:noAutofit/>
            </a:bodyPr>
            <a:lstStyle/>
            <a:p>
              <a:pPr algn="ctr"/>
              <a:r>
                <a:rPr lang="zh-CN" altLang="en-US" sz="1417" dirty="0">
                  <a:latin typeface="Arial" panose="020B0604020202020204" pitchFamily="34" charset="0"/>
                  <a:ea typeface="微软雅黑" panose="020B0503020204020204" pitchFamily="34" charset="-122"/>
                </a:rPr>
                <a:t>结束</a:t>
              </a:r>
            </a:p>
          </p:txBody>
        </p:sp>
        <p:cxnSp>
          <p:nvCxnSpPr>
            <p:cNvPr id="5" name="直接箭头连接符 4"/>
            <p:cNvCxnSpPr>
              <a:stCxn id="55" idx="2"/>
              <a:endCxn id="50" idx="0"/>
            </p:cNvCxnSpPr>
            <p:nvPr/>
          </p:nvCxnSpPr>
          <p:spPr>
            <a:xfrm flipH="1">
              <a:off x="8985391" y="1553940"/>
              <a:ext cx="1" cy="250311"/>
            </a:xfrm>
            <a:prstGeom prst="straightConnector1">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cxnSpLocks/>
            </p:cNvCxnSpPr>
            <p:nvPr/>
          </p:nvCxnSpPr>
          <p:spPr>
            <a:xfrm>
              <a:off x="8985390" y="2160455"/>
              <a:ext cx="0" cy="217060"/>
            </a:xfrm>
            <a:prstGeom prst="straightConnector1">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cxnSpLocks/>
              <a:stCxn id="51" idx="2"/>
            </p:cNvCxnSpPr>
            <p:nvPr/>
          </p:nvCxnSpPr>
          <p:spPr>
            <a:xfrm>
              <a:off x="8999019" y="2780334"/>
              <a:ext cx="0" cy="216510"/>
            </a:xfrm>
            <a:prstGeom prst="straightConnector1">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cxnSpLocks/>
              <a:stCxn id="52" idx="2"/>
            </p:cNvCxnSpPr>
            <p:nvPr/>
          </p:nvCxnSpPr>
          <p:spPr>
            <a:xfrm>
              <a:off x="8985390" y="3371053"/>
              <a:ext cx="0" cy="217426"/>
            </a:xfrm>
            <a:prstGeom prst="straightConnector1">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cxnSpLocks/>
              <a:stCxn id="53" idx="2"/>
              <a:endCxn id="54" idx="0"/>
            </p:cNvCxnSpPr>
            <p:nvPr/>
          </p:nvCxnSpPr>
          <p:spPr>
            <a:xfrm>
              <a:off x="8985390" y="3944683"/>
              <a:ext cx="13629" cy="217426"/>
            </a:xfrm>
            <a:prstGeom prst="straightConnector1">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cxnSpLocks/>
            </p:cNvCxnSpPr>
            <p:nvPr/>
          </p:nvCxnSpPr>
          <p:spPr>
            <a:xfrm>
              <a:off x="8985390" y="5040974"/>
              <a:ext cx="1" cy="228032"/>
            </a:xfrm>
            <a:prstGeom prst="straightConnector1">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65" name="矩形 64"/>
          <p:cNvSpPr/>
          <p:nvPr/>
        </p:nvSpPr>
        <p:spPr>
          <a:xfrm>
            <a:off x="8758883" y="5509090"/>
            <a:ext cx="1788548" cy="380604"/>
          </a:xfrm>
          <a:prstGeom prst="rect">
            <a:avLst/>
          </a:prstGeom>
          <a:solidFill>
            <a:schemeClr val="accent1">
              <a:lumMod val="60000"/>
              <a:lumOff val="40000"/>
            </a:schemeClr>
          </a:solidFill>
          <a:ln>
            <a:solidFill>
              <a:schemeClr val="bg1">
                <a:lumMod val="65000"/>
              </a:schemeClr>
            </a:solidFill>
          </a:ln>
        </p:spPr>
        <p:txBody>
          <a:bodyPr vert="horz" wrap="square" lIns="107951" tIns="53974" rIns="107951" bIns="53974" numCol="1" rtlCol="0" anchor="ctr" anchorCtr="0" compatLnSpc="1"/>
          <a:lstStyle/>
          <a:p>
            <a:pPr algn="ctr" defTabSz="1217585"/>
            <a:r>
              <a:rPr lang="zh-CN" altLang="en-US" sz="1417" b="1" kern="0" dirty="0">
                <a:solidFill>
                  <a:srgbClr val="C00000"/>
                </a:solidFill>
                <a:latin typeface="+mn-ea"/>
              </a:rPr>
              <a:t>存储引擎</a:t>
            </a:r>
            <a:endParaRPr lang="en-US" altLang="zh-CN" sz="1417" b="1" kern="0" dirty="0">
              <a:solidFill>
                <a:srgbClr val="C00000"/>
              </a:solidFill>
              <a:latin typeface="+mn-ea"/>
            </a:endParaRPr>
          </a:p>
        </p:txBody>
      </p:sp>
      <p:grpSp>
        <p:nvGrpSpPr>
          <p:cNvPr id="9" name="组合 8"/>
          <p:cNvGrpSpPr/>
          <p:nvPr/>
        </p:nvGrpSpPr>
        <p:grpSpPr>
          <a:xfrm>
            <a:off x="10613891" y="5624872"/>
            <a:ext cx="468221" cy="143378"/>
            <a:chOff x="8977907" y="4869953"/>
            <a:chExt cx="427267" cy="103742"/>
          </a:xfrm>
        </p:grpSpPr>
        <p:sp>
          <p:nvSpPr>
            <p:cNvPr id="7" name="箭头: 右 6"/>
            <p:cNvSpPr/>
            <p:nvPr/>
          </p:nvSpPr>
          <p:spPr>
            <a:xfrm>
              <a:off x="9008627" y="4869954"/>
              <a:ext cx="396547" cy="103741"/>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7"/>
            </a:p>
          </p:txBody>
        </p:sp>
        <p:sp>
          <p:nvSpPr>
            <p:cNvPr id="29" name="箭头: 右 28"/>
            <p:cNvSpPr/>
            <p:nvPr/>
          </p:nvSpPr>
          <p:spPr>
            <a:xfrm rot="10800000">
              <a:off x="8977907" y="4869953"/>
              <a:ext cx="286709" cy="103742"/>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7" dirty="0"/>
            </a:p>
          </p:txBody>
        </p:sp>
      </p:grpSp>
      <p:sp>
        <p:nvSpPr>
          <p:cNvPr id="4" name="左大括号 3">
            <a:extLst>
              <a:ext uri="{FF2B5EF4-FFF2-40B4-BE49-F238E27FC236}">
                <a16:creationId xmlns:a16="http://schemas.microsoft.com/office/drawing/2014/main" id="{60663050-A14B-D4FD-7D27-6353ED0137AE}"/>
              </a:ext>
            </a:extLst>
          </p:cNvPr>
          <p:cNvSpPr/>
          <p:nvPr/>
        </p:nvSpPr>
        <p:spPr bwMode="auto">
          <a:xfrm>
            <a:off x="10475763" y="1036769"/>
            <a:ext cx="654920" cy="414292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22" name="圆角矩形 32">
            <a:extLst>
              <a:ext uri="{FF2B5EF4-FFF2-40B4-BE49-F238E27FC236}">
                <a16:creationId xmlns:a16="http://schemas.microsoft.com/office/drawing/2014/main" id="{5C8CBE6C-216E-C62B-9ABA-DAFF4E6CCDC9}"/>
              </a:ext>
            </a:extLst>
          </p:cNvPr>
          <p:cNvSpPr/>
          <p:nvPr/>
        </p:nvSpPr>
        <p:spPr bwMode="auto">
          <a:xfrm>
            <a:off x="11235619" y="5491423"/>
            <a:ext cx="1934292" cy="459827"/>
          </a:xfrm>
          <a:prstGeom prst="roundRect">
            <a:avLst/>
          </a:prstGeom>
          <a:gradFill flip="none" rotWithShape="1">
            <a:gsLst>
              <a:gs pos="0">
                <a:srgbClr val="C00000">
                  <a:alpha val="22000"/>
                </a:srgbClr>
              </a:gs>
              <a:gs pos="100000">
                <a:srgbClr val="C00000">
                  <a:alpha val="0"/>
                </a:srgbClr>
              </a:gs>
            </a:gsLst>
            <a:lin ang="2700000" scaled="1"/>
            <a:tileRect/>
          </a:gradFill>
          <a:ln>
            <a:solidFill>
              <a:schemeClr val="bg1">
                <a:lumMod val="65000"/>
              </a:schemeClr>
            </a:solidFill>
          </a:ln>
        </p:spPr>
        <p:txBody>
          <a:bodyPr rot="0" spcFirstLastPara="0" vertOverflow="overflow" horzOverflow="overflow" vert="horz" wrap="square" lIns="107951" tIns="53974" rIns="107951" bIns="53974" numCol="1" spcCol="0" rtlCol="0" fromWordArt="0" anchor="ctr" anchorCtr="0" forceAA="0" compatLnSpc="1">
            <a:noAutofit/>
          </a:bodyPr>
          <a:lstStyle/>
          <a:p>
            <a:pPr algn="ctr"/>
            <a:r>
              <a:rPr lang="zh-CN" altLang="en-US" sz="1417" dirty="0">
                <a:latin typeface="Arial" panose="020B0604020202020204" pitchFamily="34" charset="0"/>
                <a:ea typeface="微软雅黑" panose="020B0503020204020204" pitchFamily="34" charset="-122"/>
              </a:rPr>
              <a:t>存储引擎</a:t>
            </a:r>
          </a:p>
        </p:txBody>
      </p:sp>
      <p:sp>
        <p:nvSpPr>
          <p:cNvPr id="23" name="矩形 22">
            <a:extLst>
              <a:ext uri="{FF2B5EF4-FFF2-40B4-BE49-F238E27FC236}">
                <a16:creationId xmlns:a16="http://schemas.microsoft.com/office/drawing/2014/main" id="{EBD2EADE-8BE5-EE3C-719F-31CF65E352E0}"/>
              </a:ext>
            </a:extLst>
          </p:cNvPr>
          <p:cNvSpPr/>
          <p:nvPr/>
        </p:nvSpPr>
        <p:spPr>
          <a:xfrm>
            <a:off x="8758883" y="2890805"/>
            <a:ext cx="1788548" cy="380604"/>
          </a:xfrm>
          <a:prstGeom prst="rect">
            <a:avLst/>
          </a:prstGeom>
          <a:solidFill>
            <a:srgbClr val="4FD1FF"/>
          </a:solidFill>
          <a:ln>
            <a:solidFill>
              <a:schemeClr val="bg1">
                <a:lumMod val="65000"/>
              </a:schemeClr>
            </a:solidFill>
          </a:ln>
        </p:spPr>
        <p:txBody>
          <a:bodyPr vert="horz" wrap="square" lIns="107951" tIns="53974" rIns="107951" bIns="53974" numCol="1" rtlCol="0" anchor="ctr" anchorCtr="0" compatLnSpc="1"/>
          <a:lstStyle/>
          <a:p>
            <a:pPr algn="ctr" defTabSz="1217585"/>
            <a:r>
              <a:rPr lang="en-US" altLang="zh-CN" sz="1417" b="1" kern="0" dirty="0">
                <a:solidFill>
                  <a:srgbClr val="C00000"/>
                </a:solidFill>
                <a:latin typeface="+mn-ea"/>
              </a:rPr>
              <a:t>SQL</a:t>
            </a:r>
            <a:r>
              <a:rPr lang="zh-CN" altLang="en-US" sz="1417" b="1" kern="0" dirty="0">
                <a:solidFill>
                  <a:srgbClr val="C00000"/>
                </a:solidFill>
                <a:latin typeface="+mn-ea"/>
              </a:rPr>
              <a:t>引擎</a:t>
            </a:r>
            <a:endParaRPr lang="en-US" altLang="zh-CN" sz="1417" b="1" kern="0" dirty="0">
              <a:solidFill>
                <a:srgbClr val="C00000"/>
              </a:solidFill>
              <a:latin typeface="+mn-ea"/>
            </a:endParaRPr>
          </a:p>
        </p:txBody>
      </p:sp>
      <p:cxnSp>
        <p:nvCxnSpPr>
          <p:cNvPr id="24" name="直接箭头连接符 23">
            <a:extLst>
              <a:ext uri="{FF2B5EF4-FFF2-40B4-BE49-F238E27FC236}">
                <a16:creationId xmlns:a16="http://schemas.microsoft.com/office/drawing/2014/main" id="{F00C3DE1-368B-0300-94C4-B9E4569657E1}"/>
              </a:ext>
            </a:extLst>
          </p:cNvPr>
          <p:cNvCxnSpPr>
            <a:cxnSpLocks/>
            <a:endCxn id="22" idx="0"/>
          </p:cNvCxnSpPr>
          <p:nvPr/>
        </p:nvCxnSpPr>
        <p:spPr>
          <a:xfrm>
            <a:off x="12186241" y="5248712"/>
            <a:ext cx="16524" cy="242711"/>
          </a:xfrm>
          <a:prstGeom prst="straightConnector1">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标题 1">
            <a:extLst>
              <a:ext uri="{FF2B5EF4-FFF2-40B4-BE49-F238E27FC236}">
                <a16:creationId xmlns:a16="http://schemas.microsoft.com/office/drawing/2014/main" id="{BAF5B02F-E58B-0CC8-171B-E9EBFD28E660}"/>
              </a:ext>
            </a:extLst>
          </p:cNvPr>
          <p:cNvSpPr>
            <a:spLocks noGrp="1"/>
          </p:cNvSpPr>
          <p:nvPr>
            <p:ph type="title"/>
          </p:nvPr>
        </p:nvSpPr>
        <p:spPr>
          <a:xfrm>
            <a:off x="573943" y="222064"/>
            <a:ext cx="7948551" cy="756797"/>
          </a:xfrm>
        </p:spPr>
        <p:txBody>
          <a:bodyPr/>
          <a:lstStyle/>
          <a:p>
            <a:r>
              <a:rPr lang="en-US" altLang="zh-CN" sz="4000" dirty="0" err="1"/>
              <a:t>GaussDB</a:t>
            </a:r>
            <a:r>
              <a:rPr lang="en-US" altLang="zh-CN" sz="4000" dirty="0"/>
              <a:t> SQL</a:t>
            </a:r>
            <a:r>
              <a:rPr lang="zh-CN" altLang="en-US" sz="4000" dirty="0"/>
              <a:t>执行概览</a:t>
            </a:r>
          </a:p>
        </p:txBody>
      </p:sp>
      <p:sp>
        <p:nvSpPr>
          <p:cNvPr id="35" name="文本框 34">
            <a:extLst>
              <a:ext uri="{FF2B5EF4-FFF2-40B4-BE49-F238E27FC236}">
                <a16:creationId xmlns:a16="http://schemas.microsoft.com/office/drawing/2014/main" id="{D95C7B1B-58F1-CA80-1127-3C1CC0699D6F}"/>
              </a:ext>
            </a:extLst>
          </p:cNvPr>
          <p:cNvSpPr txBox="1"/>
          <p:nvPr/>
        </p:nvSpPr>
        <p:spPr>
          <a:xfrm>
            <a:off x="658526" y="1837842"/>
            <a:ext cx="7779384" cy="3504934"/>
          </a:xfrm>
          <a:prstGeom prst="rect">
            <a:avLst/>
          </a:prstGeom>
          <a:noFill/>
        </p:spPr>
        <p:txBody>
          <a:bodyPr wrap="square" rtlCol="0">
            <a:spAutoFit/>
          </a:bodyPr>
          <a:lstStyle/>
          <a:p>
            <a:endParaRPr lang="en-US" altLang="zh-CN" dirty="0"/>
          </a:p>
          <a:p>
            <a:pPr indent="457200">
              <a:lnSpc>
                <a:spcPct val="200000"/>
              </a:lnSpc>
              <a:spcBef>
                <a:spcPts val="600"/>
              </a:spcBef>
              <a:tabLst>
                <a:tab pos="72000" algn="l"/>
              </a:tabLst>
            </a:pPr>
            <a:r>
              <a:rPr lang="zh-CN" altLang="en-US" sz="2400" b="1" dirty="0">
                <a:latin typeface="微软雅黑" panose="020B0503020204020204" pitchFamily="34" charset="-122"/>
                <a:ea typeface="微软雅黑" panose="020B0503020204020204" pitchFamily="34" charset="-122"/>
              </a:rPr>
              <a:t>解析器：</a:t>
            </a:r>
            <a:r>
              <a:rPr lang="zh-CN" altLang="en-US" sz="1800" b="1" dirty="0">
                <a:latin typeface="微软雅黑" panose="020B0503020204020204" pitchFamily="34" charset="-122"/>
                <a:ea typeface="微软雅黑" panose="020B0503020204020204" pitchFamily="34" charset="-122"/>
              </a:rPr>
              <a:t>词法分析、语法分析、语义分析</a:t>
            </a:r>
            <a:endParaRPr lang="en-US" altLang="zh-CN" sz="1800" b="1" dirty="0">
              <a:latin typeface="微软雅黑" panose="020B0503020204020204" pitchFamily="34" charset="-122"/>
              <a:ea typeface="微软雅黑" panose="020B0503020204020204" pitchFamily="34" charset="-122"/>
            </a:endParaRPr>
          </a:p>
          <a:p>
            <a:pPr indent="457200">
              <a:lnSpc>
                <a:spcPct val="200000"/>
              </a:lnSpc>
              <a:spcBef>
                <a:spcPts val="600"/>
              </a:spcBef>
              <a:tabLst>
                <a:tab pos="72000" algn="l"/>
              </a:tabLst>
            </a:pPr>
            <a:r>
              <a:rPr lang="zh-CN" altLang="en-US" sz="2400" b="1" dirty="0">
                <a:latin typeface="微软雅黑" panose="020B0503020204020204" pitchFamily="34" charset="-122"/>
                <a:ea typeface="微软雅黑" panose="020B0503020204020204" pitchFamily="34" charset="-122"/>
              </a:rPr>
              <a:t>优化器：</a:t>
            </a:r>
            <a:r>
              <a:rPr lang="zh-CN" altLang="en-US" sz="1800" b="1" dirty="0">
                <a:latin typeface="微软雅黑" panose="020B0503020204020204" pitchFamily="34" charset="-122"/>
                <a:ea typeface="微软雅黑" panose="020B0503020204020204" pitchFamily="34" charset="-122"/>
              </a:rPr>
              <a:t>查询重写、路径生成、代价估算</a:t>
            </a:r>
            <a:endParaRPr lang="en-US" altLang="zh-CN" sz="1800" b="1" dirty="0">
              <a:latin typeface="微软雅黑" panose="020B0503020204020204" pitchFamily="34" charset="-122"/>
              <a:ea typeface="微软雅黑" panose="020B0503020204020204" pitchFamily="34" charset="-122"/>
            </a:endParaRPr>
          </a:p>
          <a:p>
            <a:pPr indent="457200">
              <a:lnSpc>
                <a:spcPct val="200000"/>
              </a:lnSpc>
              <a:spcBef>
                <a:spcPts val="600"/>
              </a:spcBef>
              <a:tabLst>
                <a:tab pos="72000" algn="l"/>
              </a:tabLst>
            </a:pPr>
            <a:r>
              <a:rPr lang="zh-CN" altLang="en-US" sz="2400" b="1" dirty="0">
                <a:latin typeface="微软雅黑" panose="020B0503020204020204" pitchFamily="34" charset="-122"/>
                <a:ea typeface="微软雅黑" panose="020B0503020204020204" pitchFamily="34" charset="-122"/>
              </a:rPr>
              <a:t>执行器：</a:t>
            </a:r>
            <a:r>
              <a:rPr lang="zh-CN" altLang="en-US" sz="1800" b="1" dirty="0">
                <a:latin typeface="微软雅黑" panose="020B0503020204020204" pitchFamily="34" charset="-122"/>
                <a:ea typeface="微软雅黑" panose="020B0503020204020204" pitchFamily="34" charset="-122"/>
              </a:rPr>
              <a:t>执行算子、表达式计算、编译执行、向量化引擎</a:t>
            </a:r>
            <a:endParaRPr lang="en-US" altLang="zh-CN" sz="1800" b="1" dirty="0">
              <a:latin typeface="微软雅黑" panose="020B0503020204020204" pitchFamily="34" charset="-122"/>
              <a:ea typeface="微软雅黑" panose="020B0503020204020204" pitchFamily="34" charset="-122"/>
            </a:endParaRPr>
          </a:p>
          <a:p>
            <a:pPr indent="457200">
              <a:lnSpc>
                <a:spcPct val="200000"/>
              </a:lnSpc>
              <a:spcBef>
                <a:spcPts val="600"/>
              </a:spcBef>
              <a:tabLst>
                <a:tab pos="72000" algn="l"/>
              </a:tabLst>
            </a:pPr>
            <a:r>
              <a:rPr lang="zh-CN" altLang="en-US" sz="2400" b="1" dirty="0">
                <a:latin typeface="微软雅黑" panose="020B0503020204020204" pitchFamily="34" charset="-122"/>
                <a:ea typeface="微软雅黑" panose="020B0503020204020204" pitchFamily="34" charset="-122"/>
              </a:rPr>
              <a:t>存储引擎：</a:t>
            </a:r>
            <a:r>
              <a:rPr lang="zh-CN" altLang="en-US" sz="1800" b="1" dirty="0">
                <a:latin typeface="微软雅黑" panose="020B0503020204020204" pitchFamily="34" charset="-122"/>
                <a:ea typeface="微软雅黑" panose="020B0503020204020204" pitchFamily="34" charset="-122"/>
              </a:rPr>
              <a:t>数据读取、并发控制、持久化存储、事务管理</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16E98-EC87-E226-DB1A-8C3DF86B3353}"/>
            </a:ext>
          </a:extLst>
        </p:cNvPr>
        <p:cNvGrpSpPr/>
        <p:nvPr/>
      </p:nvGrpSpPr>
      <p:grpSpPr>
        <a:xfrm>
          <a:off x="0" y="0"/>
          <a:ext cx="0" cy="0"/>
          <a:chOff x="0" y="0"/>
          <a:chExt cx="0" cy="0"/>
        </a:xfrm>
      </p:grpSpPr>
      <p:sp>
        <p:nvSpPr>
          <p:cNvPr id="34" name="标题 1">
            <a:extLst>
              <a:ext uri="{FF2B5EF4-FFF2-40B4-BE49-F238E27FC236}">
                <a16:creationId xmlns:a16="http://schemas.microsoft.com/office/drawing/2014/main" id="{8724EA41-5F39-4E4C-579F-AF014F192924}"/>
              </a:ext>
            </a:extLst>
          </p:cNvPr>
          <p:cNvSpPr>
            <a:spLocks noGrp="1"/>
          </p:cNvSpPr>
          <p:nvPr>
            <p:ph type="title"/>
          </p:nvPr>
        </p:nvSpPr>
        <p:spPr>
          <a:xfrm>
            <a:off x="573943" y="222064"/>
            <a:ext cx="7948551" cy="756797"/>
          </a:xfrm>
        </p:spPr>
        <p:txBody>
          <a:bodyPr/>
          <a:lstStyle/>
          <a:p>
            <a:r>
              <a:rPr lang="en-US" altLang="zh-CN" sz="4000" dirty="0">
                <a:latin typeface="微软雅黑" panose="020B0503020204020204" pitchFamily="34" charset="-122"/>
                <a:ea typeface="微软雅黑" panose="020B0503020204020204" pitchFamily="34" charset="-122"/>
              </a:rPr>
              <a:t>SQL</a:t>
            </a:r>
            <a:r>
              <a:rPr lang="zh-CN" altLang="en-US" sz="4000" dirty="0">
                <a:latin typeface="微软雅黑" panose="020B0503020204020204" pitchFamily="34" charset="-122"/>
                <a:ea typeface="微软雅黑" panose="020B0503020204020204" pitchFamily="34" charset="-122"/>
              </a:rPr>
              <a:t>引擎</a:t>
            </a:r>
          </a:p>
        </p:txBody>
      </p:sp>
      <p:sp>
        <p:nvSpPr>
          <p:cNvPr id="35" name="文本框 34">
            <a:extLst>
              <a:ext uri="{FF2B5EF4-FFF2-40B4-BE49-F238E27FC236}">
                <a16:creationId xmlns:a16="http://schemas.microsoft.com/office/drawing/2014/main" id="{055FE0F9-A204-DE00-D02E-C6D36B5E3576}"/>
              </a:ext>
            </a:extLst>
          </p:cNvPr>
          <p:cNvSpPr txBox="1"/>
          <p:nvPr/>
        </p:nvSpPr>
        <p:spPr>
          <a:xfrm>
            <a:off x="811717" y="1561250"/>
            <a:ext cx="12489285" cy="2339102"/>
          </a:xfrm>
          <a:prstGeom prst="rect">
            <a:avLst/>
          </a:prstGeom>
          <a:noFill/>
        </p:spPr>
        <p:txBody>
          <a:bodyPr wrap="square" rtlCol="0">
            <a:spAutoFit/>
          </a:bodyPr>
          <a:lstStyle/>
          <a:p>
            <a:r>
              <a:rPr lang="zh-CN" altLang="en-US" sz="2400" b="1" dirty="0"/>
              <a:t>什么是数据库</a:t>
            </a:r>
            <a:r>
              <a:rPr lang="en-US" altLang="zh-CN" sz="2400" b="1" dirty="0"/>
              <a:t>SQL</a:t>
            </a:r>
            <a:r>
              <a:rPr lang="zh-CN" altLang="en-US" sz="2400" b="1" dirty="0"/>
              <a:t>引擎？</a:t>
            </a:r>
            <a:endParaRPr lang="en-US" altLang="zh-CN" sz="2400" b="1" dirty="0"/>
          </a:p>
          <a:p>
            <a:endParaRPr lang="en-US" altLang="zh-CN" sz="2400" b="1" dirty="0"/>
          </a:p>
          <a:p>
            <a:pPr indent="457200">
              <a:lnSpc>
                <a:spcPct val="200000"/>
              </a:lnSpc>
            </a:pPr>
            <a:r>
              <a:rPr lang="zh-CN" altLang="en-US" sz="2000" b="1" dirty="0"/>
              <a:t>在传统数据库中，</a:t>
            </a:r>
            <a:r>
              <a:rPr lang="en-US" altLang="zh-CN" sz="2000" b="1" dirty="0"/>
              <a:t>SQL</a:t>
            </a:r>
            <a:r>
              <a:rPr lang="zh-CN" altLang="en-US" sz="2000" b="1" dirty="0"/>
              <a:t>引擎一般指对用户输入的</a:t>
            </a:r>
            <a:r>
              <a:rPr lang="en-US" altLang="zh-CN" sz="2000" b="1" dirty="0"/>
              <a:t>SQL</a:t>
            </a:r>
            <a:r>
              <a:rPr lang="zh-CN" altLang="en-US" sz="2000" b="1" dirty="0"/>
              <a:t>语句进行解析、优化的软件模块。</a:t>
            </a:r>
            <a:r>
              <a:rPr lang="en-US" altLang="zh-CN" sz="2000" b="1" dirty="0"/>
              <a:t>SQL</a:t>
            </a:r>
            <a:r>
              <a:rPr lang="zh-CN" altLang="en-US" sz="2000" b="1" dirty="0"/>
              <a:t>引擎包括解析器、优化器和执行器。</a:t>
            </a:r>
            <a:endParaRPr lang="en-US" altLang="zh-CN" sz="2000" b="1" dirty="0"/>
          </a:p>
          <a:p>
            <a:endParaRPr lang="zh-CN" altLang="en-US" sz="1800" b="1" dirty="0">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CC13E228-8756-C909-83BD-CD69DEA2AA7F}"/>
              </a:ext>
            </a:extLst>
          </p:cNvPr>
          <p:cNvGrpSpPr/>
          <p:nvPr/>
        </p:nvGrpSpPr>
        <p:grpSpPr>
          <a:xfrm>
            <a:off x="811716" y="4049712"/>
            <a:ext cx="11736665" cy="1668805"/>
            <a:chOff x="811717" y="4049712"/>
            <a:chExt cx="11684962" cy="1391205"/>
          </a:xfrm>
        </p:grpSpPr>
        <p:sp>
          <p:nvSpPr>
            <p:cNvPr id="2" name="文本框 1">
              <a:extLst>
                <a:ext uri="{FF2B5EF4-FFF2-40B4-BE49-F238E27FC236}">
                  <a16:creationId xmlns:a16="http://schemas.microsoft.com/office/drawing/2014/main" id="{C92EA782-90C1-C403-F479-2C49EB03F390}"/>
                </a:ext>
              </a:extLst>
            </p:cNvPr>
            <p:cNvSpPr txBox="1"/>
            <p:nvPr/>
          </p:nvSpPr>
          <p:spPr>
            <a:xfrm>
              <a:off x="811717" y="4049712"/>
              <a:ext cx="11684962" cy="1308050"/>
            </a:xfrm>
            <a:prstGeom prst="rect">
              <a:avLst/>
            </a:prstGeom>
            <a:noFill/>
          </p:spPr>
          <p:txBody>
            <a:bodyPr wrap="square" rtlCol="0">
              <a:spAutoFit/>
            </a:bodyPr>
            <a:lstStyle/>
            <a:p>
              <a:pPr algn="ctr"/>
              <a:r>
                <a:rPr lang="en-US" altLang="zh-CN" sz="2800" dirty="0"/>
                <a:t>SQL</a:t>
              </a:r>
              <a:r>
                <a:rPr lang="zh-CN" altLang="en-US" sz="2800" dirty="0"/>
                <a:t>语言的编译器</a:t>
              </a:r>
              <a:endParaRPr lang="en-US" altLang="zh-CN" sz="2800" dirty="0"/>
            </a:p>
            <a:p>
              <a:endParaRPr lang="en-US" altLang="zh-CN" dirty="0"/>
            </a:p>
            <a:p>
              <a:endParaRPr lang="en-US" altLang="zh-CN" dirty="0"/>
            </a:p>
            <a:p>
              <a:endParaRPr lang="en-US" altLang="zh-CN" dirty="0"/>
            </a:p>
          </p:txBody>
        </p:sp>
        <p:sp>
          <p:nvSpPr>
            <p:cNvPr id="3" name="箭头: 右 2">
              <a:extLst>
                <a:ext uri="{FF2B5EF4-FFF2-40B4-BE49-F238E27FC236}">
                  <a16:creationId xmlns:a16="http://schemas.microsoft.com/office/drawing/2014/main" id="{4D2C9D28-5C85-AB2F-358E-04E95A178FFD}"/>
                </a:ext>
              </a:extLst>
            </p:cNvPr>
            <p:cNvSpPr/>
            <p:nvPr/>
          </p:nvSpPr>
          <p:spPr bwMode="auto">
            <a:xfrm>
              <a:off x="5891898" y="5101059"/>
              <a:ext cx="952034" cy="256703"/>
            </a:xfrm>
            <a:prstGeom prst="rightArrow">
              <a:avLst/>
            </a:prstGeom>
            <a:solidFill>
              <a:srgbClr val="002060"/>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rgbClr val="4FD1FF"/>
                </a:solidFill>
                <a:effectLst/>
                <a:latin typeface="Arial" panose="020B0604020202020204" pitchFamily="34" charset="0"/>
                <a:ea typeface="宋体" panose="02010600030101010101" pitchFamily="2" charset="-122"/>
              </a:endParaRPr>
            </a:p>
          </p:txBody>
        </p:sp>
        <p:sp>
          <p:nvSpPr>
            <p:cNvPr id="8" name="文本框 7">
              <a:extLst>
                <a:ext uri="{FF2B5EF4-FFF2-40B4-BE49-F238E27FC236}">
                  <a16:creationId xmlns:a16="http://schemas.microsoft.com/office/drawing/2014/main" id="{804BCBDC-E7B0-6B3E-1239-39D1544A4262}"/>
                </a:ext>
              </a:extLst>
            </p:cNvPr>
            <p:cNvSpPr txBox="1"/>
            <p:nvPr/>
          </p:nvSpPr>
          <p:spPr>
            <a:xfrm>
              <a:off x="2405575" y="4966232"/>
              <a:ext cx="3010485" cy="461665"/>
            </a:xfrm>
            <a:prstGeom prst="rect">
              <a:avLst/>
            </a:prstGeom>
            <a:noFill/>
          </p:spPr>
          <p:txBody>
            <a:bodyPr wrap="square" rtlCol="0">
              <a:spAutoFit/>
            </a:bodyPr>
            <a:lstStyle/>
            <a:p>
              <a:r>
                <a:rPr lang="en-US" altLang="zh-CN" sz="2400" dirty="0"/>
                <a:t>SQL</a:t>
              </a:r>
              <a:r>
                <a:rPr lang="zh-CN" altLang="en-US" sz="2400" dirty="0"/>
                <a:t>文本（</a:t>
              </a:r>
              <a:r>
                <a:rPr lang="en-US" altLang="zh-CN" sz="2400" dirty="0"/>
                <a:t>Plain Text</a:t>
              </a:r>
              <a:r>
                <a:rPr lang="zh-CN" altLang="en-US" sz="2400" dirty="0"/>
                <a:t>）</a:t>
              </a:r>
            </a:p>
          </p:txBody>
        </p:sp>
        <p:sp>
          <p:nvSpPr>
            <p:cNvPr id="10" name="文本框 9">
              <a:extLst>
                <a:ext uri="{FF2B5EF4-FFF2-40B4-BE49-F238E27FC236}">
                  <a16:creationId xmlns:a16="http://schemas.microsoft.com/office/drawing/2014/main" id="{C3389987-1F67-E799-59F4-B86A9DE419E7}"/>
                </a:ext>
              </a:extLst>
            </p:cNvPr>
            <p:cNvSpPr txBox="1"/>
            <p:nvPr/>
          </p:nvSpPr>
          <p:spPr>
            <a:xfrm>
              <a:off x="7232897" y="4979252"/>
              <a:ext cx="3847514" cy="461665"/>
            </a:xfrm>
            <a:prstGeom prst="rect">
              <a:avLst/>
            </a:prstGeom>
            <a:noFill/>
          </p:spPr>
          <p:txBody>
            <a:bodyPr wrap="square" rtlCol="0">
              <a:spAutoFit/>
            </a:bodyPr>
            <a:lstStyle/>
            <a:p>
              <a:r>
                <a:rPr lang="zh-CN" altLang="zh-CN" sz="2400" dirty="0"/>
                <a:t>数据库执行语言</a:t>
              </a:r>
              <a:r>
                <a:rPr lang="en-US" altLang="zh-CN" sz="2400" dirty="0"/>
                <a:t>(</a:t>
              </a:r>
              <a:r>
                <a:rPr lang="en-US" altLang="zh-CN" sz="2400" dirty="0" err="1"/>
                <a:t>PlanTree</a:t>
              </a:r>
              <a:r>
                <a:rPr lang="en-US" altLang="zh-CN" sz="2400" dirty="0"/>
                <a:t>)</a:t>
              </a:r>
              <a:endParaRPr lang="zh-CN" altLang="zh-CN" sz="2400" dirty="0">
                <a:effectLst/>
              </a:endParaRPr>
            </a:p>
          </p:txBody>
        </p:sp>
      </p:grpSp>
    </p:spTree>
    <p:extLst>
      <p:ext uri="{BB962C8B-B14F-4D97-AF65-F5344CB8AC3E}">
        <p14:creationId xmlns:p14="http://schemas.microsoft.com/office/powerpoint/2010/main" val="132027301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CBC7F-BF9E-0E43-BEE0-414BCA875CCE}"/>
            </a:ext>
          </a:extLst>
        </p:cNvPr>
        <p:cNvGrpSpPr/>
        <p:nvPr/>
      </p:nvGrpSpPr>
      <p:grpSpPr>
        <a:xfrm>
          <a:off x="0" y="0"/>
          <a:ext cx="0" cy="0"/>
          <a:chOff x="0" y="0"/>
          <a:chExt cx="0" cy="0"/>
        </a:xfrm>
      </p:grpSpPr>
      <p:sp>
        <p:nvSpPr>
          <p:cNvPr id="34" name="标题 1">
            <a:extLst>
              <a:ext uri="{FF2B5EF4-FFF2-40B4-BE49-F238E27FC236}">
                <a16:creationId xmlns:a16="http://schemas.microsoft.com/office/drawing/2014/main" id="{E6C954FA-D1C1-21E6-3A87-B288C20F2053}"/>
              </a:ext>
            </a:extLst>
          </p:cNvPr>
          <p:cNvSpPr>
            <a:spLocks noGrp="1"/>
          </p:cNvSpPr>
          <p:nvPr>
            <p:ph type="title"/>
          </p:nvPr>
        </p:nvSpPr>
        <p:spPr>
          <a:xfrm>
            <a:off x="573943" y="222064"/>
            <a:ext cx="7948551" cy="756797"/>
          </a:xfrm>
        </p:spPr>
        <p:txBody>
          <a:bodyPr/>
          <a:lstStyle/>
          <a:p>
            <a:r>
              <a:rPr lang="en-US" altLang="zh-CN" sz="4000" dirty="0">
                <a:latin typeface="微软雅黑" panose="020B0503020204020204" pitchFamily="34" charset="-122"/>
                <a:ea typeface="微软雅黑" panose="020B0503020204020204" pitchFamily="34" charset="-122"/>
              </a:rPr>
              <a:t>SQL</a:t>
            </a:r>
            <a:r>
              <a:rPr lang="zh-CN" altLang="en-US" sz="4000" dirty="0">
                <a:latin typeface="微软雅黑" panose="020B0503020204020204" pitchFamily="34" charset="-122"/>
                <a:ea typeface="微软雅黑" panose="020B0503020204020204" pitchFamily="34" charset="-122"/>
              </a:rPr>
              <a:t>引擎</a:t>
            </a:r>
            <a:r>
              <a:rPr lang="en-US" altLang="zh-CN" sz="4000" dirty="0">
                <a:latin typeface="微软雅黑" panose="020B0503020204020204" pitchFamily="34" charset="-122"/>
                <a:ea typeface="微软雅黑" panose="020B0503020204020204" pitchFamily="34" charset="-122"/>
              </a:rPr>
              <a:t>-</a:t>
            </a:r>
            <a:r>
              <a:rPr lang="zh-CN" altLang="en-US" sz="4000" dirty="0">
                <a:latin typeface="微软雅黑" panose="020B0503020204020204" pitchFamily="34" charset="-122"/>
                <a:ea typeface="微软雅黑" panose="020B0503020204020204" pitchFamily="34" charset="-122"/>
              </a:rPr>
              <a:t>解析器</a:t>
            </a:r>
          </a:p>
        </p:txBody>
      </p:sp>
      <p:sp>
        <p:nvSpPr>
          <p:cNvPr id="35" name="文本框 34">
            <a:extLst>
              <a:ext uri="{FF2B5EF4-FFF2-40B4-BE49-F238E27FC236}">
                <a16:creationId xmlns:a16="http://schemas.microsoft.com/office/drawing/2014/main" id="{F378B58C-E53C-BA1B-9BE1-BD1F6A225E93}"/>
              </a:ext>
            </a:extLst>
          </p:cNvPr>
          <p:cNvSpPr txBox="1"/>
          <p:nvPr/>
        </p:nvSpPr>
        <p:spPr>
          <a:xfrm>
            <a:off x="811717" y="1561250"/>
            <a:ext cx="12489285" cy="3886770"/>
          </a:xfrm>
          <a:prstGeom prst="rect">
            <a:avLst/>
          </a:prstGeom>
          <a:noFill/>
        </p:spPr>
        <p:txBody>
          <a:bodyPr wrap="square" rtlCol="0">
            <a:spAutoFit/>
          </a:bodyPr>
          <a:lstStyle/>
          <a:p>
            <a:pPr marL="285750" indent="-285750">
              <a:lnSpc>
                <a:spcPct val="200000"/>
              </a:lnSpc>
              <a:buFont typeface="Wingdings" panose="05000000000000000000" pitchFamily="2" charset="2"/>
              <a:buChar char="l"/>
            </a:pPr>
            <a:r>
              <a:rPr lang="en-US" altLang="zh-CN" sz="1800" dirty="0">
                <a:latin typeface="微软雅黑" panose="020B0503020204020204" pitchFamily="34" charset="-122"/>
                <a:ea typeface="微软雅黑" panose="020B0503020204020204" pitchFamily="34" charset="-122"/>
              </a:rPr>
              <a:t>SQL</a:t>
            </a:r>
            <a:r>
              <a:rPr lang="zh-CN" altLang="en-US" sz="1800" dirty="0">
                <a:latin typeface="微软雅黑" panose="020B0503020204020204" pitchFamily="34" charset="-122"/>
                <a:ea typeface="微软雅黑" panose="020B0503020204020204" pitchFamily="34" charset="-122"/>
              </a:rPr>
              <a:t>解析是</a:t>
            </a:r>
            <a:r>
              <a:rPr lang="en-US" altLang="zh-CN" sz="1800" dirty="0">
                <a:latin typeface="微软雅黑" panose="020B0503020204020204" pitchFamily="34" charset="-122"/>
                <a:ea typeface="微软雅黑" panose="020B0503020204020204" pitchFamily="34" charset="-122"/>
              </a:rPr>
              <a:t>SQL</a:t>
            </a:r>
            <a:r>
              <a:rPr lang="zh-CN" altLang="en-US" sz="1800" dirty="0">
                <a:latin typeface="微软雅黑" panose="020B0503020204020204" pitchFamily="34" charset="-122"/>
                <a:ea typeface="微软雅黑" panose="020B0503020204020204" pitchFamily="34" charset="-122"/>
              </a:rPr>
              <a:t>查询处理中的第一个模块。对输入的原始</a:t>
            </a:r>
            <a:r>
              <a:rPr lang="en-US" altLang="zh-CN" sz="1800" dirty="0">
                <a:latin typeface="微软雅黑" panose="020B0503020204020204" pitchFamily="34" charset="-122"/>
                <a:ea typeface="微软雅黑" panose="020B0503020204020204" pitchFamily="34" charset="-122"/>
              </a:rPr>
              <a:t>SQL</a:t>
            </a:r>
            <a:r>
              <a:rPr lang="zh-CN" altLang="en-US" sz="1800" dirty="0">
                <a:latin typeface="微软雅黑" panose="020B0503020204020204" pitchFamily="34" charset="-122"/>
                <a:ea typeface="微软雅黑" panose="020B0503020204020204" pitchFamily="34" charset="-122"/>
              </a:rPr>
              <a:t>语句，</a:t>
            </a:r>
            <a:r>
              <a:rPr lang="en-US" altLang="zh-CN" sz="1800" dirty="0">
                <a:latin typeface="微软雅黑" panose="020B0503020204020204" pitchFamily="34" charset="-122"/>
                <a:ea typeface="微软雅黑" panose="020B0503020204020204" pitchFamily="34" charset="-122"/>
              </a:rPr>
              <a:t>SQL</a:t>
            </a:r>
            <a:r>
              <a:rPr lang="zh-CN" altLang="en-US" sz="1800" dirty="0">
                <a:latin typeface="微软雅黑" panose="020B0503020204020204" pitchFamily="34" charset="-122"/>
                <a:ea typeface="微软雅黑" panose="020B0503020204020204" pitchFamily="34" charset="-122"/>
              </a:rPr>
              <a:t>解析将</a:t>
            </a:r>
            <a:r>
              <a:rPr lang="en-US" altLang="zh-CN" sz="1800" dirty="0">
                <a:latin typeface="微软雅黑" panose="020B0503020204020204" pitchFamily="34" charset="-122"/>
                <a:ea typeface="微软雅黑" panose="020B0503020204020204" pitchFamily="34" charset="-122"/>
              </a:rPr>
              <a:t>SQL</a:t>
            </a:r>
            <a:r>
              <a:rPr lang="zh-CN" altLang="en-US" sz="1800" dirty="0">
                <a:latin typeface="微软雅黑" panose="020B0503020204020204" pitchFamily="34" charset="-122"/>
                <a:ea typeface="微软雅黑" panose="020B0503020204020204" pitchFamily="34" charset="-122"/>
              </a:rPr>
              <a:t>查询语句转换为等效的关系代数运算，它通常以基于关系代数的查询树来表示。查询树会作为后续查询优化模块的输入。</a:t>
            </a:r>
            <a:endParaRPr lang="en-US" altLang="zh-CN" sz="1800" dirty="0">
              <a:latin typeface="微软雅黑" panose="020B0503020204020204" pitchFamily="34" charset="-122"/>
              <a:ea typeface="微软雅黑" panose="020B0503020204020204" pitchFamily="34" charset="-122"/>
            </a:endParaRPr>
          </a:p>
          <a:p>
            <a:pPr>
              <a:lnSpc>
                <a:spcPct val="200000"/>
              </a:lnSpc>
            </a:pPr>
            <a:endParaRPr lang="en-US" altLang="zh-CN" sz="1800" dirty="0">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l"/>
            </a:pPr>
            <a:r>
              <a:rPr lang="en-US" altLang="zh-CN" sz="1800" dirty="0">
                <a:latin typeface="微软雅黑" panose="020B0503020204020204" pitchFamily="34" charset="-122"/>
                <a:ea typeface="微软雅黑" panose="020B0503020204020204" pitchFamily="34" charset="-122"/>
              </a:rPr>
              <a:t>SQL</a:t>
            </a:r>
            <a:r>
              <a:rPr lang="zh-CN" altLang="en-US" sz="1800" dirty="0">
                <a:latin typeface="微软雅黑" panose="020B0503020204020204" pitchFamily="34" charset="-122"/>
                <a:ea typeface="微软雅黑" panose="020B0503020204020204" pitchFamily="34" charset="-122"/>
              </a:rPr>
              <a:t>解析又可化分为三个子模块，包括词法分析、语法分析和语义分析，三个模块按照顺序执行：</a:t>
            </a:r>
            <a:endParaRPr lang="en-US" altLang="zh-CN" sz="1800" dirty="0">
              <a:latin typeface="微软雅黑" panose="020B0503020204020204" pitchFamily="34" charset="-122"/>
              <a:ea typeface="微软雅黑" panose="020B0503020204020204" pitchFamily="34" charset="-122"/>
            </a:endParaRPr>
          </a:p>
          <a:p>
            <a:pPr marL="342900" indent="342900">
              <a:lnSpc>
                <a:spcPct val="200000"/>
              </a:lnSpc>
              <a:buFont typeface="+mj-lt"/>
              <a:buAutoNum type="arabicPeriod"/>
            </a:pPr>
            <a:r>
              <a:rPr lang="zh-CN" altLang="en-US" sz="1800" b="1" dirty="0">
                <a:latin typeface="微软雅黑" panose="020B0503020204020204" pitchFamily="34" charset="-122"/>
                <a:ea typeface="微软雅黑" panose="020B0503020204020204" pitchFamily="34" charset="-122"/>
              </a:rPr>
              <a:t>词法分析：</a:t>
            </a:r>
            <a:r>
              <a:rPr lang="zh-CN" altLang="en-US" sz="1800" dirty="0">
                <a:latin typeface="微软雅黑" panose="020B0503020204020204" pitchFamily="34" charset="-122"/>
                <a:ea typeface="微软雅黑" panose="020B0503020204020204" pitchFamily="34" charset="-122"/>
              </a:rPr>
              <a:t>将用户输入的</a:t>
            </a:r>
            <a:r>
              <a:rPr lang="en-US" altLang="zh-CN" sz="1800" dirty="0">
                <a:latin typeface="微软雅黑" panose="020B0503020204020204" pitchFamily="34" charset="-122"/>
                <a:ea typeface="微软雅黑" panose="020B0503020204020204" pitchFamily="34" charset="-122"/>
              </a:rPr>
              <a:t>SQL</a:t>
            </a:r>
            <a:r>
              <a:rPr lang="zh-CN" altLang="en-US" sz="1800" dirty="0">
                <a:latin typeface="微软雅黑" panose="020B0503020204020204" pitchFamily="34" charset="-122"/>
                <a:ea typeface="微软雅黑" panose="020B0503020204020204" pitchFamily="34" charset="-122"/>
              </a:rPr>
              <a:t>语句拆解成单词序列，并识别出关键字、标识、常量等。</a:t>
            </a:r>
            <a:endParaRPr lang="en-US" altLang="zh-CN" sz="1800" dirty="0">
              <a:latin typeface="微软雅黑" panose="020B0503020204020204" pitchFamily="34" charset="-122"/>
              <a:ea typeface="微软雅黑" panose="020B0503020204020204" pitchFamily="34" charset="-122"/>
            </a:endParaRPr>
          </a:p>
          <a:p>
            <a:pPr marL="342900" indent="342900">
              <a:lnSpc>
                <a:spcPct val="200000"/>
              </a:lnSpc>
              <a:buFont typeface="+mj-lt"/>
              <a:buAutoNum type="arabicPeriod"/>
            </a:pPr>
            <a:r>
              <a:rPr lang="zh-CN" altLang="en-US" sz="1800" b="1" dirty="0">
                <a:latin typeface="微软雅黑" panose="020B0503020204020204" pitchFamily="34" charset="-122"/>
                <a:ea typeface="微软雅黑" panose="020B0503020204020204" pitchFamily="34" charset="-122"/>
              </a:rPr>
              <a:t>语法分析：</a:t>
            </a:r>
            <a:r>
              <a:rPr lang="zh-CN" altLang="en-US" sz="1800" dirty="0">
                <a:latin typeface="微软雅黑" panose="020B0503020204020204" pitchFamily="34" charset="-122"/>
                <a:ea typeface="微软雅黑" panose="020B0503020204020204" pitchFamily="34" charset="-122"/>
              </a:rPr>
              <a:t>分析器对词法分析器解析出来的单词序列在语法上是否满足</a:t>
            </a:r>
            <a:r>
              <a:rPr lang="en-US" altLang="zh-CN" sz="1800" dirty="0" err="1">
                <a:latin typeface="微软雅黑" panose="020B0503020204020204" pitchFamily="34" charset="-122"/>
                <a:ea typeface="微软雅黑" panose="020B0503020204020204" pitchFamily="34" charset="-122"/>
              </a:rPr>
              <a:t>sql</a:t>
            </a:r>
            <a:r>
              <a:rPr lang="zh-CN" altLang="en-US" sz="1800" dirty="0">
                <a:latin typeface="微软雅黑" panose="020B0503020204020204" pitchFamily="34" charset="-122"/>
                <a:ea typeface="微软雅黑" panose="020B0503020204020204" pitchFamily="34" charset="-122"/>
              </a:rPr>
              <a:t>语法规则。</a:t>
            </a:r>
            <a:endParaRPr lang="en-US" altLang="zh-CN" sz="1800" dirty="0">
              <a:latin typeface="微软雅黑" panose="020B0503020204020204" pitchFamily="34" charset="-122"/>
              <a:ea typeface="微软雅黑" panose="020B0503020204020204" pitchFamily="34" charset="-122"/>
            </a:endParaRPr>
          </a:p>
          <a:p>
            <a:pPr marL="342900" indent="342900">
              <a:lnSpc>
                <a:spcPct val="200000"/>
              </a:lnSpc>
              <a:buFont typeface="+mj-lt"/>
              <a:buAutoNum type="arabicPeriod"/>
            </a:pPr>
            <a:r>
              <a:rPr lang="zh-CN" altLang="en-US" sz="1800" b="1" dirty="0">
                <a:latin typeface="微软雅黑" panose="020B0503020204020204" pitchFamily="34" charset="-122"/>
                <a:ea typeface="微软雅黑" panose="020B0503020204020204" pitchFamily="34" charset="-122"/>
              </a:rPr>
              <a:t>语义分析：</a:t>
            </a:r>
            <a:r>
              <a:rPr lang="zh-CN" altLang="en-US" sz="1800" dirty="0">
                <a:latin typeface="微软雅黑" panose="020B0503020204020204" pitchFamily="34" charset="-122"/>
                <a:ea typeface="微软雅黑" panose="020B0503020204020204" pitchFamily="34" charset="-122"/>
              </a:rPr>
              <a:t>检查语法分析树的语义正确性，并将抽象语法树转化为查询树。</a:t>
            </a:r>
          </a:p>
        </p:txBody>
      </p:sp>
    </p:spTree>
    <p:extLst>
      <p:ext uri="{BB962C8B-B14F-4D97-AF65-F5344CB8AC3E}">
        <p14:creationId xmlns:p14="http://schemas.microsoft.com/office/powerpoint/2010/main" val="287961353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5EB6E-E375-AF24-9ACE-B1447EB5923C}"/>
            </a:ext>
          </a:extLst>
        </p:cNvPr>
        <p:cNvGrpSpPr/>
        <p:nvPr/>
      </p:nvGrpSpPr>
      <p:grpSpPr>
        <a:xfrm>
          <a:off x="0" y="0"/>
          <a:ext cx="0" cy="0"/>
          <a:chOff x="0" y="0"/>
          <a:chExt cx="0" cy="0"/>
        </a:xfrm>
      </p:grpSpPr>
      <p:sp>
        <p:nvSpPr>
          <p:cNvPr id="34" name="标题 1">
            <a:extLst>
              <a:ext uri="{FF2B5EF4-FFF2-40B4-BE49-F238E27FC236}">
                <a16:creationId xmlns:a16="http://schemas.microsoft.com/office/drawing/2014/main" id="{EF3B2A1B-DFD0-E72D-3518-082EC956A703}"/>
              </a:ext>
            </a:extLst>
          </p:cNvPr>
          <p:cNvSpPr>
            <a:spLocks noGrp="1"/>
          </p:cNvSpPr>
          <p:nvPr>
            <p:ph type="title"/>
          </p:nvPr>
        </p:nvSpPr>
        <p:spPr>
          <a:xfrm>
            <a:off x="573943" y="222064"/>
            <a:ext cx="7948551" cy="756797"/>
          </a:xfrm>
        </p:spPr>
        <p:txBody>
          <a:bodyPr/>
          <a:lstStyle/>
          <a:p>
            <a:r>
              <a:rPr lang="en-US" altLang="zh-CN" sz="4000" dirty="0">
                <a:latin typeface="微软雅黑" panose="020B0503020204020204" pitchFamily="34" charset="-122"/>
                <a:ea typeface="微软雅黑" panose="020B0503020204020204" pitchFamily="34" charset="-122"/>
              </a:rPr>
              <a:t>SQL</a:t>
            </a:r>
            <a:r>
              <a:rPr lang="zh-CN" altLang="en-US" sz="4000" dirty="0">
                <a:latin typeface="微软雅黑" panose="020B0503020204020204" pitchFamily="34" charset="-122"/>
                <a:ea typeface="微软雅黑" panose="020B0503020204020204" pitchFamily="34" charset="-122"/>
              </a:rPr>
              <a:t>引擎</a:t>
            </a:r>
            <a:r>
              <a:rPr lang="en-US" altLang="zh-CN" sz="4000" dirty="0">
                <a:latin typeface="微软雅黑" panose="020B0503020204020204" pitchFamily="34" charset="-122"/>
                <a:ea typeface="微软雅黑" panose="020B0503020204020204" pitchFamily="34" charset="-122"/>
              </a:rPr>
              <a:t>-</a:t>
            </a:r>
            <a:r>
              <a:rPr lang="zh-CN" altLang="en-US" sz="4000" dirty="0">
                <a:latin typeface="微软雅黑" panose="020B0503020204020204" pitchFamily="34" charset="-122"/>
                <a:ea typeface="微软雅黑" panose="020B0503020204020204" pitchFamily="34" charset="-122"/>
              </a:rPr>
              <a:t>解析器（词法分析）</a:t>
            </a:r>
          </a:p>
        </p:txBody>
      </p:sp>
      <p:sp>
        <p:nvSpPr>
          <p:cNvPr id="35" name="文本框 34">
            <a:extLst>
              <a:ext uri="{FF2B5EF4-FFF2-40B4-BE49-F238E27FC236}">
                <a16:creationId xmlns:a16="http://schemas.microsoft.com/office/drawing/2014/main" id="{9F56CEC2-EBEB-318E-F650-6C4D2B809253}"/>
              </a:ext>
            </a:extLst>
          </p:cNvPr>
          <p:cNvSpPr txBox="1"/>
          <p:nvPr/>
        </p:nvSpPr>
        <p:spPr>
          <a:xfrm>
            <a:off x="798654" y="1541656"/>
            <a:ext cx="12489285" cy="1116781"/>
          </a:xfrm>
          <a:prstGeom prst="rect">
            <a:avLst/>
          </a:prstGeom>
          <a:noFill/>
        </p:spPr>
        <p:txBody>
          <a:bodyPr wrap="square" rtlCol="0">
            <a:spAutoFit/>
          </a:bodyPr>
          <a:lstStyle/>
          <a:p>
            <a:pPr marL="285750" indent="-285750">
              <a:lnSpc>
                <a:spcPct val="20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词法分析是</a:t>
            </a:r>
            <a:r>
              <a:rPr lang="en-US" altLang="zh-CN" sz="1800" dirty="0">
                <a:latin typeface="微软雅黑" panose="020B0503020204020204" pitchFamily="34" charset="-122"/>
                <a:ea typeface="微软雅黑" panose="020B0503020204020204" pitchFamily="34" charset="-122"/>
              </a:rPr>
              <a:t>SQL</a:t>
            </a:r>
            <a:r>
              <a:rPr lang="zh-CN" altLang="en-US" sz="1800" dirty="0">
                <a:latin typeface="微软雅黑" panose="020B0503020204020204" pitchFamily="34" charset="-122"/>
                <a:ea typeface="微软雅黑" panose="020B0503020204020204" pitchFamily="34" charset="-122"/>
              </a:rPr>
              <a:t>解析的第一步，按照查询语法的词法规则（通常使用正则表达式定义），将查询语句拆解成</a:t>
            </a:r>
            <a:r>
              <a:rPr lang="en-US" altLang="zh-CN" sz="1800" dirty="0">
                <a:latin typeface="微软雅黑" panose="020B0503020204020204" pitchFamily="34" charset="-122"/>
                <a:ea typeface="微软雅黑" panose="020B0503020204020204" pitchFamily="34" charset="-122"/>
              </a:rPr>
              <a:t>token</a:t>
            </a:r>
            <a:r>
              <a:rPr lang="zh-CN" altLang="en-US" sz="1800" dirty="0">
                <a:latin typeface="微软雅黑" panose="020B0503020204020204" pitchFamily="34" charset="-122"/>
                <a:ea typeface="微软雅黑" panose="020B0503020204020204" pitchFamily="34" charset="-122"/>
              </a:rPr>
              <a:t>序列，并提取关键词、标识、常量等，并对不同类别的单词进行类别标记。</a:t>
            </a:r>
          </a:p>
        </p:txBody>
      </p:sp>
      <p:sp>
        <p:nvSpPr>
          <p:cNvPr id="2" name="文本框 1">
            <a:extLst>
              <a:ext uri="{FF2B5EF4-FFF2-40B4-BE49-F238E27FC236}">
                <a16:creationId xmlns:a16="http://schemas.microsoft.com/office/drawing/2014/main" id="{5C6E1F2C-F959-1F61-37A7-64630968A980}"/>
              </a:ext>
            </a:extLst>
          </p:cNvPr>
          <p:cNvSpPr txBox="1"/>
          <p:nvPr/>
        </p:nvSpPr>
        <p:spPr>
          <a:xfrm>
            <a:off x="1188720" y="3193366"/>
            <a:ext cx="7040880" cy="400110"/>
          </a:xfrm>
          <a:prstGeom prst="rect">
            <a:avLst/>
          </a:prstGeom>
          <a:noFill/>
        </p:spPr>
        <p:txBody>
          <a:bodyPr wrap="square" rtlCol="0">
            <a:spAutoFit/>
          </a:bodyPr>
          <a:lstStyle/>
          <a:p>
            <a:r>
              <a:rPr lang="en-US" altLang="zh-CN" sz="2000" b="1" dirty="0"/>
              <a:t>Query :  </a:t>
            </a:r>
            <a:r>
              <a:rPr lang="en-US" altLang="zh-CN" sz="2000" dirty="0"/>
              <a:t>select </a:t>
            </a:r>
            <a:r>
              <a:rPr lang="en-US" altLang="zh-CN" sz="2000" dirty="0" err="1"/>
              <a:t>w_name</a:t>
            </a:r>
            <a:r>
              <a:rPr lang="en-US" altLang="zh-CN" sz="2000" dirty="0"/>
              <a:t> from warehouse where </a:t>
            </a:r>
            <a:r>
              <a:rPr lang="en-US" altLang="zh-CN" sz="2000" dirty="0" err="1"/>
              <a:t>w_no</a:t>
            </a:r>
            <a:r>
              <a:rPr lang="en-US" altLang="zh-CN" sz="2000" dirty="0"/>
              <a:t> =1;</a:t>
            </a:r>
            <a:endParaRPr lang="zh-CN" altLang="en-US" sz="2000" dirty="0"/>
          </a:p>
        </p:txBody>
      </p:sp>
      <p:graphicFrame>
        <p:nvGraphicFramePr>
          <p:cNvPr id="4" name="表格 3">
            <a:extLst>
              <a:ext uri="{FF2B5EF4-FFF2-40B4-BE49-F238E27FC236}">
                <a16:creationId xmlns:a16="http://schemas.microsoft.com/office/drawing/2014/main" id="{146D39A5-1227-33EB-7D49-BD054DB3800A}"/>
              </a:ext>
            </a:extLst>
          </p:cNvPr>
          <p:cNvGraphicFramePr>
            <a:graphicFrameLocks noGrp="1"/>
          </p:cNvGraphicFramePr>
          <p:nvPr>
            <p:extLst>
              <p:ext uri="{D42A27DB-BD31-4B8C-83A1-F6EECF244321}">
                <p14:modId xmlns:p14="http://schemas.microsoft.com/office/powerpoint/2010/main" val="364848729"/>
              </p:ext>
            </p:extLst>
          </p:nvPr>
        </p:nvGraphicFramePr>
        <p:xfrm>
          <a:off x="1371601" y="3843200"/>
          <a:ext cx="9305778" cy="2771335"/>
        </p:xfrm>
        <a:graphic>
          <a:graphicData uri="http://schemas.openxmlformats.org/drawingml/2006/table">
            <a:tbl>
              <a:tblPr firstRow="1" bandRow="1">
                <a:tableStyleId>{00A15C55-8517-42AA-B614-E9B94910E393}</a:tableStyleId>
              </a:tblPr>
              <a:tblGrid>
                <a:gridCol w="2569738">
                  <a:extLst>
                    <a:ext uri="{9D8B030D-6E8A-4147-A177-3AD203B41FA5}">
                      <a16:colId xmlns:a16="http://schemas.microsoft.com/office/drawing/2014/main" val="4109917795"/>
                    </a:ext>
                  </a:extLst>
                </a:gridCol>
                <a:gridCol w="6736040">
                  <a:extLst>
                    <a:ext uri="{9D8B030D-6E8A-4147-A177-3AD203B41FA5}">
                      <a16:colId xmlns:a16="http://schemas.microsoft.com/office/drawing/2014/main" val="1891613817"/>
                    </a:ext>
                  </a:extLst>
                </a:gridCol>
              </a:tblGrid>
              <a:tr h="554267">
                <a:tc>
                  <a:txBody>
                    <a:bodyPr/>
                    <a:lstStyle/>
                    <a:p>
                      <a:pPr algn="ctr"/>
                      <a:r>
                        <a:rPr lang="zh-CN" altLang="en-US" sz="2000" dirty="0"/>
                        <a:t>词性</a:t>
                      </a:r>
                    </a:p>
                  </a:txBody>
                  <a:tcPr/>
                </a:tc>
                <a:tc>
                  <a:txBody>
                    <a:bodyPr/>
                    <a:lstStyle/>
                    <a:p>
                      <a:pPr marL="0" algn="ctr" defTabSz="1439545" rtl="0" eaLnBrk="1" latinLnBrk="0" hangingPunct="1"/>
                      <a:r>
                        <a:rPr lang="zh-CN" altLang="en-US" sz="2000" b="1" kern="1200" dirty="0">
                          <a:solidFill>
                            <a:schemeClr val="lt1"/>
                          </a:solidFill>
                        </a:rPr>
                        <a:t>内容</a:t>
                      </a:r>
                      <a:endParaRPr lang="zh-CN" altLang="en-US" sz="2000" b="1" kern="1200" dirty="0">
                        <a:solidFill>
                          <a:schemeClr val="lt1"/>
                        </a:solidFill>
                        <a:latin typeface="+mn-lt"/>
                        <a:ea typeface="+mn-ea"/>
                        <a:cs typeface="+mn-cs"/>
                      </a:endParaRPr>
                    </a:p>
                  </a:txBody>
                  <a:tcPr/>
                </a:tc>
                <a:extLst>
                  <a:ext uri="{0D108BD9-81ED-4DB2-BD59-A6C34878D82A}">
                    <a16:rowId xmlns:a16="http://schemas.microsoft.com/office/drawing/2014/main" val="4172360484"/>
                  </a:ext>
                </a:extLst>
              </a:tr>
              <a:tr h="554267">
                <a:tc>
                  <a:txBody>
                    <a:bodyPr/>
                    <a:lstStyle/>
                    <a:p>
                      <a:pPr algn="ctr"/>
                      <a:r>
                        <a:rPr lang="zh-CN" altLang="en-US" sz="2000" dirty="0"/>
                        <a:t>关键词</a:t>
                      </a:r>
                    </a:p>
                  </a:txBody>
                  <a:tcPr/>
                </a:tc>
                <a:tc>
                  <a:txBody>
                    <a:bodyPr/>
                    <a:lstStyle/>
                    <a:p>
                      <a:r>
                        <a:rPr lang="en-US" altLang="zh-CN" sz="1800" dirty="0"/>
                        <a:t>select </a:t>
                      </a:r>
                      <a:r>
                        <a:rPr lang="zh-CN" altLang="en-US" sz="1800" dirty="0"/>
                        <a:t>、</a:t>
                      </a:r>
                      <a:r>
                        <a:rPr lang="en-US" altLang="zh-CN" sz="1800" dirty="0"/>
                        <a:t>from </a:t>
                      </a:r>
                      <a:r>
                        <a:rPr lang="zh-CN" altLang="en-US" sz="1800" dirty="0"/>
                        <a:t>、</a:t>
                      </a:r>
                      <a:r>
                        <a:rPr lang="en-US" altLang="zh-CN" sz="1800" dirty="0"/>
                        <a:t>where</a:t>
                      </a:r>
                      <a:endParaRPr lang="zh-CN" altLang="en-US" sz="1800" dirty="0"/>
                    </a:p>
                  </a:txBody>
                  <a:tcPr/>
                </a:tc>
                <a:extLst>
                  <a:ext uri="{0D108BD9-81ED-4DB2-BD59-A6C34878D82A}">
                    <a16:rowId xmlns:a16="http://schemas.microsoft.com/office/drawing/2014/main" val="4201287467"/>
                  </a:ext>
                </a:extLst>
              </a:tr>
              <a:tr h="554267">
                <a:tc>
                  <a:txBody>
                    <a:bodyPr/>
                    <a:lstStyle/>
                    <a:p>
                      <a:pPr algn="ctr"/>
                      <a:r>
                        <a:rPr lang="zh-CN" altLang="en-US" sz="2000" dirty="0"/>
                        <a:t>标识符</a:t>
                      </a:r>
                    </a:p>
                  </a:txBody>
                  <a:tcPr/>
                </a:tc>
                <a:tc>
                  <a:txBody>
                    <a:bodyPr/>
                    <a:lstStyle/>
                    <a:p>
                      <a:r>
                        <a:rPr lang="en-US" altLang="zh-CN" sz="1800" dirty="0" err="1"/>
                        <a:t>w_name</a:t>
                      </a:r>
                      <a:r>
                        <a:rPr lang="en-US" altLang="zh-CN" sz="1800" dirty="0"/>
                        <a:t> </a:t>
                      </a:r>
                      <a:r>
                        <a:rPr lang="zh-CN" altLang="en-US" sz="1800" dirty="0"/>
                        <a:t>、</a:t>
                      </a:r>
                      <a:r>
                        <a:rPr lang="en-US" altLang="zh-CN" sz="1800" dirty="0"/>
                        <a:t>warehouse</a:t>
                      </a:r>
                      <a:r>
                        <a:rPr lang="zh-CN" altLang="en-US" sz="1800" dirty="0"/>
                        <a:t>、</a:t>
                      </a:r>
                      <a:r>
                        <a:rPr lang="en-US" altLang="zh-CN" sz="1800" dirty="0"/>
                        <a:t> </a:t>
                      </a:r>
                      <a:r>
                        <a:rPr lang="en-US" altLang="zh-CN" sz="1800" dirty="0" err="1"/>
                        <a:t>w_no</a:t>
                      </a:r>
                      <a:endParaRPr lang="zh-CN" altLang="en-US" sz="1800" dirty="0"/>
                    </a:p>
                  </a:txBody>
                  <a:tcPr/>
                </a:tc>
                <a:extLst>
                  <a:ext uri="{0D108BD9-81ED-4DB2-BD59-A6C34878D82A}">
                    <a16:rowId xmlns:a16="http://schemas.microsoft.com/office/drawing/2014/main" val="987935023"/>
                  </a:ext>
                </a:extLst>
              </a:tr>
              <a:tr h="554267">
                <a:tc>
                  <a:txBody>
                    <a:bodyPr/>
                    <a:lstStyle/>
                    <a:p>
                      <a:pPr algn="ctr"/>
                      <a:r>
                        <a:rPr lang="zh-CN" altLang="en-US" sz="2000" dirty="0"/>
                        <a:t>运算符</a:t>
                      </a:r>
                    </a:p>
                  </a:txBody>
                  <a:tcPr/>
                </a:tc>
                <a:tc>
                  <a:txBody>
                    <a:bodyPr/>
                    <a:lstStyle/>
                    <a:p>
                      <a:r>
                        <a:rPr lang="en-US" altLang="zh-CN" sz="1800" dirty="0"/>
                        <a:t>=</a:t>
                      </a:r>
                      <a:endParaRPr lang="zh-CN" altLang="en-US" sz="1800" dirty="0"/>
                    </a:p>
                  </a:txBody>
                  <a:tcPr/>
                </a:tc>
                <a:extLst>
                  <a:ext uri="{0D108BD9-81ED-4DB2-BD59-A6C34878D82A}">
                    <a16:rowId xmlns:a16="http://schemas.microsoft.com/office/drawing/2014/main" val="1754007267"/>
                  </a:ext>
                </a:extLst>
              </a:tr>
              <a:tr h="554267">
                <a:tc>
                  <a:txBody>
                    <a:bodyPr/>
                    <a:lstStyle/>
                    <a:p>
                      <a:pPr algn="ctr"/>
                      <a:r>
                        <a:rPr lang="zh-CN" altLang="en-US" sz="2000" dirty="0"/>
                        <a:t>常量</a:t>
                      </a:r>
                    </a:p>
                  </a:txBody>
                  <a:tcPr/>
                </a:tc>
                <a:tc>
                  <a:txBody>
                    <a:bodyPr/>
                    <a:lstStyle/>
                    <a:p>
                      <a:r>
                        <a:rPr lang="en-US" altLang="zh-CN" sz="1800" dirty="0"/>
                        <a:t>1</a:t>
                      </a:r>
                      <a:endParaRPr lang="zh-CN" altLang="en-US" sz="1800" dirty="0"/>
                    </a:p>
                  </a:txBody>
                  <a:tcPr/>
                </a:tc>
                <a:extLst>
                  <a:ext uri="{0D108BD9-81ED-4DB2-BD59-A6C34878D82A}">
                    <a16:rowId xmlns:a16="http://schemas.microsoft.com/office/drawing/2014/main" val="1617349100"/>
                  </a:ext>
                </a:extLst>
              </a:tr>
            </a:tbl>
          </a:graphicData>
        </a:graphic>
      </p:graphicFrame>
    </p:spTree>
    <p:extLst>
      <p:ext uri="{BB962C8B-B14F-4D97-AF65-F5344CB8AC3E}">
        <p14:creationId xmlns:p14="http://schemas.microsoft.com/office/powerpoint/2010/main" val="165590872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2B025B8-4DB7-BCA8-FB32-E47A823F9FA1}"/>
              </a:ext>
            </a:extLst>
          </p:cNvPr>
          <p:cNvSpPr txBox="1">
            <a:spLocks/>
          </p:cNvSpPr>
          <p:nvPr/>
        </p:nvSpPr>
        <p:spPr bwMode="auto">
          <a:xfrm>
            <a:off x="554349" y="202470"/>
            <a:ext cx="7948551"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4000" kern="0" dirty="0">
                <a:solidFill>
                  <a:srgbClr val="C00000"/>
                </a:solidFill>
                <a:latin typeface="微软雅黑" panose="020B0503020204020204" pitchFamily="34" charset="-122"/>
                <a:ea typeface="微软雅黑" panose="020B0503020204020204" pitchFamily="34" charset="-122"/>
              </a:rPr>
              <a:t>SQL</a:t>
            </a:r>
            <a:r>
              <a:rPr lang="zh-CN" altLang="en-US" sz="4000" kern="0" dirty="0">
                <a:solidFill>
                  <a:srgbClr val="C00000"/>
                </a:solidFill>
                <a:latin typeface="微软雅黑" panose="020B0503020204020204" pitchFamily="34" charset="-122"/>
                <a:ea typeface="微软雅黑" panose="020B0503020204020204" pitchFamily="34" charset="-122"/>
              </a:rPr>
              <a:t>引擎</a:t>
            </a:r>
            <a:r>
              <a:rPr lang="en-US" altLang="zh-CN" sz="4000" kern="0" dirty="0">
                <a:solidFill>
                  <a:srgbClr val="C00000"/>
                </a:solidFill>
                <a:latin typeface="微软雅黑" panose="020B0503020204020204" pitchFamily="34" charset="-122"/>
                <a:ea typeface="微软雅黑" panose="020B0503020204020204" pitchFamily="34" charset="-122"/>
              </a:rPr>
              <a:t>-</a:t>
            </a:r>
            <a:r>
              <a:rPr lang="zh-CN" altLang="en-US" sz="4000" kern="0" dirty="0">
                <a:solidFill>
                  <a:srgbClr val="C00000"/>
                </a:solidFill>
                <a:latin typeface="微软雅黑" panose="020B0503020204020204" pitchFamily="34" charset="-122"/>
                <a:ea typeface="微软雅黑" panose="020B0503020204020204" pitchFamily="34" charset="-122"/>
              </a:rPr>
              <a:t>解析器（语法分析）</a:t>
            </a:r>
          </a:p>
        </p:txBody>
      </p:sp>
      <p:sp>
        <p:nvSpPr>
          <p:cNvPr id="5" name="文本框 4">
            <a:extLst>
              <a:ext uri="{FF2B5EF4-FFF2-40B4-BE49-F238E27FC236}">
                <a16:creationId xmlns:a16="http://schemas.microsoft.com/office/drawing/2014/main" id="{1CFA7636-25F2-7295-DF98-B6D13617CB0C}"/>
              </a:ext>
            </a:extLst>
          </p:cNvPr>
          <p:cNvSpPr txBox="1"/>
          <p:nvPr/>
        </p:nvSpPr>
        <p:spPr>
          <a:xfrm>
            <a:off x="711927" y="1254034"/>
            <a:ext cx="11932920" cy="18510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lnSpc>
                <a:spcPct val="200000"/>
              </a:lnSpc>
              <a:buFont typeface="Wingdings" panose="05000000000000000000" pitchFamily="2" charset="2"/>
              <a:buChar char="l"/>
            </a:pPr>
            <a:r>
              <a:rPr lang="zh-CN" altLang="en-US" sz="2000" b="1" dirty="0"/>
              <a:t>语法分析：</a:t>
            </a:r>
            <a:r>
              <a:rPr lang="zh-CN" altLang="en-US" sz="2000" dirty="0"/>
              <a:t>根据词法分析输出的原子节点构建语法分析树。</a:t>
            </a:r>
            <a:endParaRPr lang="en-US" altLang="zh-CN" sz="2000" dirty="0"/>
          </a:p>
          <a:p>
            <a:pPr marL="285750" indent="-285750">
              <a:lnSpc>
                <a:spcPct val="200000"/>
              </a:lnSpc>
              <a:buFont typeface="Wingdings" panose="05000000000000000000" pitchFamily="2" charset="2"/>
              <a:buChar char="l"/>
            </a:pPr>
            <a:r>
              <a:rPr lang="zh-CN" altLang="en-US" sz="2000" dirty="0"/>
              <a:t>首先根据语法规则判断</a:t>
            </a:r>
            <a:r>
              <a:rPr lang="en-US" altLang="zh-CN" sz="2000" dirty="0"/>
              <a:t>SQL</a:t>
            </a:r>
            <a:r>
              <a:rPr lang="zh-CN" altLang="en-US" sz="2000" dirty="0"/>
              <a:t>语句是否符合语法限制。如果符合语法规则，则按照语法规则识别出</a:t>
            </a:r>
            <a:r>
              <a:rPr lang="en-US" altLang="zh-CN" sz="2000" dirty="0" err="1"/>
              <a:t>sql</a:t>
            </a:r>
            <a:r>
              <a:rPr lang="zh-CN" altLang="en-US" sz="2000" dirty="0"/>
              <a:t>查询中的语法类节点，并结合词法分析输出的原子节点（关键词等）构建出一棵语法分析树。</a:t>
            </a:r>
          </a:p>
        </p:txBody>
      </p:sp>
      <p:grpSp>
        <p:nvGrpSpPr>
          <p:cNvPr id="45" name="组合 44">
            <a:extLst>
              <a:ext uri="{FF2B5EF4-FFF2-40B4-BE49-F238E27FC236}">
                <a16:creationId xmlns:a16="http://schemas.microsoft.com/office/drawing/2014/main" id="{89963FEC-045C-2B2F-C5C9-50F3ADBA18F3}"/>
              </a:ext>
            </a:extLst>
          </p:cNvPr>
          <p:cNvGrpSpPr/>
          <p:nvPr/>
        </p:nvGrpSpPr>
        <p:grpSpPr>
          <a:xfrm>
            <a:off x="2690949" y="3526971"/>
            <a:ext cx="7204165" cy="1621041"/>
            <a:chOff x="2690949" y="3526971"/>
            <a:chExt cx="7204165" cy="1621041"/>
          </a:xfrm>
        </p:grpSpPr>
        <p:sp>
          <p:nvSpPr>
            <p:cNvPr id="6" name="文本框 5">
              <a:extLst>
                <a:ext uri="{FF2B5EF4-FFF2-40B4-BE49-F238E27FC236}">
                  <a16:creationId xmlns:a16="http://schemas.microsoft.com/office/drawing/2014/main" id="{FFF5CFDE-18DE-0307-D930-0829D8860BE0}"/>
                </a:ext>
              </a:extLst>
            </p:cNvPr>
            <p:cNvSpPr txBox="1"/>
            <p:nvPr/>
          </p:nvSpPr>
          <p:spPr>
            <a:xfrm>
              <a:off x="5408023" y="3526971"/>
              <a:ext cx="1704703" cy="353943"/>
            </a:xfrm>
            <a:prstGeom prst="rect">
              <a:avLst/>
            </a:prstGeom>
            <a:noFill/>
          </p:spPr>
          <p:txBody>
            <a:bodyPr wrap="square" rtlCol="0">
              <a:spAutoFit/>
            </a:bodyPr>
            <a:lstStyle/>
            <a:p>
              <a:r>
                <a:rPr lang="en-US" altLang="zh-CN" dirty="0"/>
                <a:t>query</a:t>
              </a:r>
              <a:endParaRPr lang="zh-CN" altLang="en-US" dirty="0"/>
            </a:p>
          </p:txBody>
        </p:sp>
        <p:cxnSp>
          <p:nvCxnSpPr>
            <p:cNvPr id="8" name="直接连接符 7">
              <a:extLst>
                <a:ext uri="{FF2B5EF4-FFF2-40B4-BE49-F238E27FC236}">
                  <a16:creationId xmlns:a16="http://schemas.microsoft.com/office/drawing/2014/main" id="{C0D20C7B-E8D7-C7BD-12BA-3B9F50BEFC49}"/>
                </a:ext>
              </a:extLst>
            </p:cNvPr>
            <p:cNvCxnSpPr>
              <a:cxnSpLocks/>
            </p:cNvCxnSpPr>
            <p:nvPr/>
          </p:nvCxnSpPr>
          <p:spPr bwMode="auto">
            <a:xfrm flipH="1">
              <a:off x="3507377" y="3880914"/>
              <a:ext cx="2168434" cy="828246"/>
            </a:xfrm>
            <a:prstGeom prst="line">
              <a:avLst/>
            </a:prstGeom>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EC11E5C1-C6F0-1585-C671-64F2AF6C82BC}"/>
                </a:ext>
              </a:extLst>
            </p:cNvPr>
            <p:cNvCxnSpPr>
              <a:cxnSpLocks/>
            </p:cNvCxnSpPr>
            <p:nvPr/>
          </p:nvCxnSpPr>
          <p:spPr bwMode="auto">
            <a:xfrm flipH="1">
              <a:off x="4604657" y="3880914"/>
              <a:ext cx="1071154" cy="769463"/>
            </a:xfrm>
            <a:prstGeom prst="line">
              <a:avLst/>
            </a:prstGeom>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A6571F0F-83B8-A893-12B6-2831C641D913}"/>
                </a:ext>
              </a:extLst>
            </p:cNvPr>
            <p:cNvCxnSpPr>
              <a:cxnSpLocks/>
            </p:cNvCxnSpPr>
            <p:nvPr/>
          </p:nvCxnSpPr>
          <p:spPr bwMode="auto">
            <a:xfrm flipH="1">
              <a:off x="5525589" y="3880914"/>
              <a:ext cx="150222" cy="733540"/>
            </a:xfrm>
            <a:prstGeom prst="line">
              <a:avLst/>
            </a:prstGeom>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43C47A67-391F-E2DC-DE13-D8755422908F}"/>
                </a:ext>
              </a:extLst>
            </p:cNvPr>
            <p:cNvCxnSpPr>
              <a:cxnSpLocks/>
            </p:cNvCxnSpPr>
            <p:nvPr/>
          </p:nvCxnSpPr>
          <p:spPr bwMode="auto">
            <a:xfrm>
              <a:off x="5675811" y="3880914"/>
              <a:ext cx="620486" cy="792323"/>
            </a:xfrm>
            <a:prstGeom prst="line">
              <a:avLst/>
            </a:prstGeom>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20B22A61-577C-9127-B858-E9418C8F3B76}"/>
                </a:ext>
              </a:extLst>
            </p:cNvPr>
            <p:cNvCxnSpPr>
              <a:cxnSpLocks/>
            </p:cNvCxnSpPr>
            <p:nvPr/>
          </p:nvCxnSpPr>
          <p:spPr bwMode="auto">
            <a:xfrm>
              <a:off x="5675811" y="3880914"/>
              <a:ext cx="1611677" cy="756400"/>
            </a:xfrm>
            <a:prstGeom prst="line">
              <a:avLst/>
            </a:prstGeom>
          </p:spPr>
          <p:style>
            <a:lnRef idx="1">
              <a:schemeClr val="dk1"/>
            </a:lnRef>
            <a:fillRef idx="0">
              <a:schemeClr val="dk1"/>
            </a:fillRef>
            <a:effectRef idx="0">
              <a:schemeClr val="dk1"/>
            </a:effectRef>
            <a:fontRef idx="minor">
              <a:schemeClr val="tx1"/>
            </a:fontRef>
          </p:style>
        </p:cxnSp>
        <p:cxnSp>
          <p:nvCxnSpPr>
            <p:cNvPr id="22" name="直接连接符 21">
              <a:extLst>
                <a:ext uri="{FF2B5EF4-FFF2-40B4-BE49-F238E27FC236}">
                  <a16:creationId xmlns:a16="http://schemas.microsoft.com/office/drawing/2014/main" id="{AEC24C99-1AFD-34FC-B490-E8D970151B9B}"/>
                </a:ext>
              </a:extLst>
            </p:cNvPr>
            <p:cNvCxnSpPr>
              <a:cxnSpLocks/>
            </p:cNvCxnSpPr>
            <p:nvPr/>
          </p:nvCxnSpPr>
          <p:spPr bwMode="auto">
            <a:xfrm>
              <a:off x="5675811" y="3880914"/>
              <a:ext cx="3187338" cy="828246"/>
            </a:xfrm>
            <a:prstGeom prst="line">
              <a:avLst/>
            </a:prstGeom>
          </p:spPr>
          <p:style>
            <a:lnRef idx="1">
              <a:schemeClr val="dk1"/>
            </a:lnRef>
            <a:fillRef idx="0">
              <a:schemeClr val="dk1"/>
            </a:fillRef>
            <a:effectRef idx="0">
              <a:schemeClr val="dk1"/>
            </a:effectRef>
            <a:fontRef idx="minor">
              <a:schemeClr val="tx1"/>
            </a:fontRef>
          </p:style>
        </p:cxnSp>
        <p:sp>
          <p:nvSpPr>
            <p:cNvPr id="25" name="文本框 24">
              <a:extLst>
                <a:ext uri="{FF2B5EF4-FFF2-40B4-BE49-F238E27FC236}">
                  <a16:creationId xmlns:a16="http://schemas.microsoft.com/office/drawing/2014/main" id="{68832035-8E27-9A96-5EE5-38B1FF95E673}"/>
                </a:ext>
              </a:extLst>
            </p:cNvPr>
            <p:cNvSpPr txBox="1"/>
            <p:nvPr/>
          </p:nvSpPr>
          <p:spPr>
            <a:xfrm>
              <a:off x="2690949" y="4794069"/>
              <a:ext cx="7204165" cy="353943"/>
            </a:xfrm>
            <a:prstGeom prst="rect">
              <a:avLst/>
            </a:prstGeom>
            <a:noFill/>
          </p:spPr>
          <p:txBody>
            <a:bodyPr wrap="square" rtlCol="0">
              <a:spAutoFit/>
            </a:bodyPr>
            <a:lstStyle/>
            <a:p>
              <a:r>
                <a:rPr lang="en-US" altLang="zh-CN" dirty="0"/>
                <a:t>select                    projection	 from     relation	where                   condition</a:t>
              </a:r>
              <a:endParaRPr lang="zh-CN" altLang="en-US" dirty="0"/>
            </a:p>
          </p:txBody>
        </p:sp>
      </p:grpSp>
      <p:cxnSp>
        <p:nvCxnSpPr>
          <p:cNvPr id="47" name="直接连接符 46">
            <a:extLst>
              <a:ext uri="{FF2B5EF4-FFF2-40B4-BE49-F238E27FC236}">
                <a16:creationId xmlns:a16="http://schemas.microsoft.com/office/drawing/2014/main" id="{58710D7A-CDA1-5FED-8C54-76D7481B9EB4}"/>
              </a:ext>
            </a:extLst>
          </p:cNvPr>
          <p:cNvCxnSpPr>
            <a:cxnSpLocks/>
          </p:cNvCxnSpPr>
          <p:nvPr/>
        </p:nvCxnSpPr>
        <p:spPr bwMode="auto">
          <a:xfrm>
            <a:off x="8961120" y="5218611"/>
            <a:ext cx="0" cy="548640"/>
          </a:xfrm>
          <a:prstGeom prst="line">
            <a:avLst/>
          </a:prstGeom>
        </p:spPr>
        <p:style>
          <a:lnRef idx="1">
            <a:schemeClr val="dk1"/>
          </a:lnRef>
          <a:fillRef idx="0">
            <a:schemeClr val="dk1"/>
          </a:fillRef>
          <a:effectRef idx="0">
            <a:schemeClr val="dk1"/>
          </a:effectRef>
          <a:fontRef idx="minor">
            <a:schemeClr val="tx1"/>
          </a:fontRef>
        </p:style>
      </p:cxnSp>
      <p:cxnSp>
        <p:nvCxnSpPr>
          <p:cNvPr id="48" name="直接连接符 47">
            <a:extLst>
              <a:ext uri="{FF2B5EF4-FFF2-40B4-BE49-F238E27FC236}">
                <a16:creationId xmlns:a16="http://schemas.microsoft.com/office/drawing/2014/main" id="{6F4C1213-5028-A5BD-469A-E085E4ECA8FF}"/>
              </a:ext>
            </a:extLst>
          </p:cNvPr>
          <p:cNvCxnSpPr>
            <a:cxnSpLocks/>
          </p:cNvCxnSpPr>
          <p:nvPr/>
        </p:nvCxnSpPr>
        <p:spPr bwMode="auto">
          <a:xfrm>
            <a:off x="4702629" y="5148012"/>
            <a:ext cx="0" cy="619239"/>
          </a:xfrm>
          <a:prstGeom prst="line">
            <a:avLst/>
          </a:prstGeom>
        </p:spPr>
        <p:style>
          <a:lnRef idx="1">
            <a:schemeClr val="dk1"/>
          </a:lnRef>
          <a:fillRef idx="0">
            <a:schemeClr val="dk1"/>
          </a:fillRef>
          <a:effectRef idx="0">
            <a:schemeClr val="dk1"/>
          </a:effectRef>
          <a:fontRef idx="minor">
            <a:schemeClr val="tx1"/>
          </a:fontRef>
        </p:style>
      </p:cxnSp>
      <p:cxnSp>
        <p:nvCxnSpPr>
          <p:cNvPr id="50" name="直接连接符 49">
            <a:extLst>
              <a:ext uri="{FF2B5EF4-FFF2-40B4-BE49-F238E27FC236}">
                <a16:creationId xmlns:a16="http://schemas.microsoft.com/office/drawing/2014/main" id="{A73B6BCF-3475-CC26-2EA1-386BDF0BD183}"/>
              </a:ext>
            </a:extLst>
          </p:cNvPr>
          <p:cNvCxnSpPr>
            <a:cxnSpLocks/>
          </p:cNvCxnSpPr>
          <p:nvPr/>
        </p:nvCxnSpPr>
        <p:spPr bwMode="auto">
          <a:xfrm>
            <a:off x="6383383" y="5218611"/>
            <a:ext cx="0" cy="483326"/>
          </a:xfrm>
          <a:prstGeom prst="line">
            <a:avLst/>
          </a:prstGeom>
        </p:spPr>
        <p:style>
          <a:lnRef idx="1">
            <a:schemeClr val="dk1"/>
          </a:lnRef>
          <a:fillRef idx="0">
            <a:schemeClr val="dk1"/>
          </a:fillRef>
          <a:effectRef idx="0">
            <a:schemeClr val="dk1"/>
          </a:effectRef>
          <a:fontRef idx="minor">
            <a:schemeClr val="tx1"/>
          </a:fontRef>
        </p:style>
      </p:cxnSp>
      <p:sp>
        <p:nvSpPr>
          <p:cNvPr id="51" name="文本框 50">
            <a:extLst>
              <a:ext uri="{FF2B5EF4-FFF2-40B4-BE49-F238E27FC236}">
                <a16:creationId xmlns:a16="http://schemas.microsoft.com/office/drawing/2014/main" id="{CF1C71C3-AF9C-CA90-51F3-B4C0D28112FE}"/>
              </a:ext>
            </a:extLst>
          </p:cNvPr>
          <p:cNvSpPr txBox="1"/>
          <p:nvPr/>
        </p:nvSpPr>
        <p:spPr>
          <a:xfrm>
            <a:off x="3775166" y="5767251"/>
            <a:ext cx="6119948" cy="353943"/>
          </a:xfrm>
          <a:prstGeom prst="rect">
            <a:avLst/>
          </a:prstGeom>
          <a:noFill/>
        </p:spPr>
        <p:txBody>
          <a:bodyPr wrap="square" rtlCol="0">
            <a:spAutoFit/>
          </a:bodyPr>
          <a:lstStyle/>
          <a:p>
            <a:r>
              <a:rPr lang="en-US" altLang="zh-CN" dirty="0"/>
              <a:t>       </a:t>
            </a:r>
            <a:r>
              <a:rPr lang="en-US" altLang="zh-CN" dirty="0" err="1"/>
              <a:t>w_name</a:t>
            </a:r>
            <a:r>
              <a:rPr lang="en-US" altLang="zh-CN" dirty="0"/>
              <a:t>                     warehouse	                                op</a:t>
            </a:r>
            <a:endParaRPr lang="zh-CN" altLang="en-US" dirty="0"/>
          </a:p>
        </p:txBody>
      </p:sp>
      <p:grpSp>
        <p:nvGrpSpPr>
          <p:cNvPr id="64" name="组合 63">
            <a:extLst>
              <a:ext uri="{FF2B5EF4-FFF2-40B4-BE49-F238E27FC236}">
                <a16:creationId xmlns:a16="http://schemas.microsoft.com/office/drawing/2014/main" id="{5DA3A13E-4494-35CD-F122-6264AF6A3A93}"/>
              </a:ext>
            </a:extLst>
          </p:cNvPr>
          <p:cNvGrpSpPr/>
          <p:nvPr/>
        </p:nvGrpSpPr>
        <p:grpSpPr>
          <a:xfrm>
            <a:off x="8112034" y="6224451"/>
            <a:ext cx="2129230" cy="680515"/>
            <a:chOff x="8112034" y="6224451"/>
            <a:chExt cx="2129230" cy="680515"/>
          </a:xfrm>
        </p:grpSpPr>
        <p:cxnSp>
          <p:nvCxnSpPr>
            <p:cNvPr id="53" name="直接连接符 52">
              <a:extLst>
                <a:ext uri="{FF2B5EF4-FFF2-40B4-BE49-F238E27FC236}">
                  <a16:creationId xmlns:a16="http://schemas.microsoft.com/office/drawing/2014/main" id="{1EAAD46D-102D-2C0D-ED7D-0873600C7386}"/>
                </a:ext>
              </a:extLst>
            </p:cNvPr>
            <p:cNvCxnSpPr>
              <a:cxnSpLocks/>
            </p:cNvCxnSpPr>
            <p:nvPr/>
          </p:nvCxnSpPr>
          <p:spPr bwMode="auto">
            <a:xfrm flipH="1">
              <a:off x="8502900" y="6224451"/>
              <a:ext cx="458220" cy="326572"/>
            </a:xfrm>
            <a:prstGeom prst="line">
              <a:avLst/>
            </a:prstGeom>
          </p:spPr>
          <p:style>
            <a:lnRef idx="1">
              <a:schemeClr val="dk1"/>
            </a:lnRef>
            <a:fillRef idx="0">
              <a:schemeClr val="dk1"/>
            </a:fillRef>
            <a:effectRef idx="0">
              <a:schemeClr val="dk1"/>
            </a:effectRef>
            <a:fontRef idx="minor">
              <a:schemeClr val="tx1"/>
            </a:fontRef>
          </p:style>
        </p:cxnSp>
        <p:cxnSp>
          <p:nvCxnSpPr>
            <p:cNvPr id="54" name="直接连接符 53">
              <a:extLst>
                <a:ext uri="{FF2B5EF4-FFF2-40B4-BE49-F238E27FC236}">
                  <a16:creationId xmlns:a16="http://schemas.microsoft.com/office/drawing/2014/main" id="{15F55341-1FCB-CCCC-638E-8CADC562D0C5}"/>
                </a:ext>
              </a:extLst>
            </p:cNvPr>
            <p:cNvCxnSpPr>
              <a:cxnSpLocks/>
            </p:cNvCxnSpPr>
            <p:nvPr/>
          </p:nvCxnSpPr>
          <p:spPr bwMode="auto">
            <a:xfrm>
              <a:off x="8961120" y="6224451"/>
              <a:ext cx="0" cy="326572"/>
            </a:xfrm>
            <a:prstGeom prst="line">
              <a:avLst/>
            </a:prstGeom>
          </p:spPr>
          <p:style>
            <a:lnRef idx="1">
              <a:schemeClr val="dk1"/>
            </a:lnRef>
            <a:fillRef idx="0">
              <a:schemeClr val="dk1"/>
            </a:fillRef>
            <a:effectRef idx="0">
              <a:schemeClr val="dk1"/>
            </a:effectRef>
            <a:fontRef idx="minor">
              <a:schemeClr val="tx1"/>
            </a:fontRef>
          </p:style>
        </p:cxnSp>
        <p:cxnSp>
          <p:nvCxnSpPr>
            <p:cNvPr id="55" name="直接连接符 54">
              <a:extLst>
                <a:ext uri="{FF2B5EF4-FFF2-40B4-BE49-F238E27FC236}">
                  <a16:creationId xmlns:a16="http://schemas.microsoft.com/office/drawing/2014/main" id="{0D8D7B9B-7648-A433-CB13-F8F92F9C7FDD}"/>
                </a:ext>
              </a:extLst>
            </p:cNvPr>
            <p:cNvCxnSpPr>
              <a:cxnSpLocks/>
            </p:cNvCxnSpPr>
            <p:nvPr/>
          </p:nvCxnSpPr>
          <p:spPr bwMode="auto">
            <a:xfrm>
              <a:off x="8961120" y="6224451"/>
              <a:ext cx="390866" cy="326572"/>
            </a:xfrm>
            <a:prstGeom prst="line">
              <a:avLst/>
            </a:prstGeom>
          </p:spPr>
          <p:style>
            <a:lnRef idx="1">
              <a:schemeClr val="dk1"/>
            </a:lnRef>
            <a:fillRef idx="0">
              <a:schemeClr val="dk1"/>
            </a:fillRef>
            <a:effectRef idx="0">
              <a:schemeClr val="dk1"/>
            </a:effectRef>
            <a:fontRef idx="minor">
              <a:schemeClr val="tx1"/>
            </a:fontRef>
          </p:style>
        </p:cxnSp>
        <p:sp>
          <p:nvSpPr>
            <p:cNvPr id="62" name="文本框 61">
              <a:extLst>
                <a:ext uri="{FF2B5EF4-FFF2-40B4-BE49-F238E27FC236}">
                  <a16:creationId xmlns:a16="http://schemas.microsoft.com/office/drawing/2014/main" id="{841C63C4-2A38-0DAB-4850-922796D88C52}"/>
                </a:ext>
              </a:extLst>
            </p:cNvPr>
            <p:cNvSpPr txBox="1"/>
            <p:nvPr/>
          </p:nvSpPr>
          <p:spPr>
            <a:xfrm>
              <a:off x="8112034" y="6551023"/>
              <a:ext cx="2129230" cy="353943"/>
            </a:xfrm>
            <a:prstGeom prst="rect">
              <a:avLst/>
            </a:prstGeom>
            <a:noFill/>
          </p:spPr>
          <p:txBody>
            <a:bodyPr wrap="square" rtlCol="0">
              <a:spAutoFit/>
            </a:bodyPr>
            <a:lstStyle/>
            <a:p>
              <a:r>
                <a:rPr lang="en-US" altLang="zh-CN" dirty="0"/>
                <a:t> </a:t>
              </a:r>
              <a:r>
                <a:rPr lang="en-US" altLang="zh-CN" dirty="0" err="1"/>
                <a:t>w_no</a:t>
              </a:r>
              <a:r>
                <a:rPr lang="en-US" altLang="zh-CN" dirty="0"/>
                <a:t>    =       1</a:t>
              </a:r>
              <a:endParaRPr lang="zh-CN" altLang="en-US" dirty="0"/>
            </a:p>
          </p:txBody>
        </p:sp>
      </p:grpSp>
    </p:spTree>
    <p:extLst>
      <p:ext uri="{BB962C8B-B14F-4D97-AF65-F5344CB8AC3E}">
        <p14:creationId xmlns:p14="http://schemas.microsoft.com/office/powerpoint/2010/main" val="2369195406"/>
      </p:ext>
    </p:extLst>
  </p:cSld>
  <p:clrMapOvr>
    <a:masterClrMapping/>
  </p:clrMapOvr>
  <p:transition advClick="0" advTm="8000">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B1592-2013-ACB7-85B6-7F96E80E22E0}"/>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ED7468E3-1A9C-D552-8165-9EB01C47F52E}"/>
              </a:ext>
            </a:extLst>
          </p:cNvPr>
          <p:cNvSpPr txBox="1">
            <a:spLocks/>
          </p:cNvSpPr>
          <p:nvPr/>
        </p:nvSpPr>
        <p:spPr bwMode="auto">
          <a:xfrm>
            <a:off x="554349" y="202470"/>
            <a:ext cx="7948551"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4000" kern="0" dirty="0">
                <a:solidFill>
                  <a:srgbClr val="C00000"/>
                </a:solidFill>
                <a:latin typeface="微软雅黑" panose="020B0503020204020204" pitchFamily="34" charset="-122"/>
                <a:ea typeface="微软雅黑" panose="020B0503020204020204" pitchFamily="34" charset="-122"/>
              </a:rPr>
              <a:t>SQL</a:t>
            </a:r>
            <a:r>
              <a:rPr lang="zh-CN" altLang="en-US" sz="4000" kern="0" dirty="0">
                <a:solidFill>
                  <a:srgbClr val="C00000"/>
                </a:solidFill>
                <a:latin typeface="微软雅黑" panose="020B0503020204020204" pitchFamily="34" charset="-122"/>
                <a:ea typeface="微软雅黑" panose="020B0503020204020204" pitchFamily="34" charset="-122"/>
              </a:rPr>
              <a:t>引擎</a:t>
            </a:r>
            <a:r>
              <a:rPr lang="en-US" altLang="zh-CN" sz="4000" kern="0" dirty="0">
                <a:solidFill>
                  <a:srgbClr val="C00000"/>
                </a:solidFill>
                <a:latin typeface="微软雅黑" panose="020B0503020204020204" pitchFamily="34" charset="-122"/>
                <a:ea typeface="微软雅黑" panose="020B0503020204020204" pitchFamily="34" charset="-122"/>
              </a:rPr>
              <a:t>-</a:t>
            </a:r>
            <a:r>
              <a:rPr lang="zh-CN" altLang="en-US" sz="4000" kern="0" dirty="0">
                <a:solidFill>
                  <a:srgbClr val="C00000"/>
                </a:solidFill>
                <a:latin typeface="微软雅黑" panose="020B0503020204020204" pitchFamily="34" charset="-122"/>
                <a:ea typeface="微软雅黑" panose="020B0503020204020204" pitchFamily="34" charset="-122"/>
              </a:rPr>
              <a:t>解析器（语义分析）</a:t>
            </a:r>
          </a:p>
        </p:txBody>
      </p:sp>
      <p:sp>
        <p:nvSpPr>
          <p:cNvPr id="5" name="文本框 4">
            <a:extLst>
              <a:ext uri="{FF2B5EF4-FFF2-40B4-BE49-F238E27FC236}">
                <a16:creationId xmlns:a16="http://schemas.microsoft.com/office/drawing/2014/main" id="{4D2011FE-F9EF-31C5-1ABC-5515760F20D5}"/>
              </a:ext>
            </a:extLst>
          </p:cNvPr>
          <p:cNvSpPr txBox="1"/>
          <p:nvPr/>
        </p:nvSpPr>
        <p:spPr>
          <a:xfrm>
            <a:off x="711927" y="1254034"/>
            <a:ext cx="11932920" cy="43132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lnSpc>
                <a:spcPct val="200000"/>
              </a:lnSpc>
              <a:buFont typeface="Wingdings" panose="05000000000000000000" pitchFamily="2" charset="2"/>
              <a:buChar char="l"/>
            </a:pPr>
            <a:r>
              <a:rPr lang="zh-CN" altLang="en-US" sz="2000" b="1" dirty="0"/>
              <a:t>语义分析：对语法分析所输出的语法分析树进行语义上的正确性检查，并将语法分析树转化为方便查询优化阶段处理的查询树。正确性检查包括：</a:t>
            </a:r>
            <a:endParaRPr lang="en-US" altLang="zh-CN" sz="2000" b="1" dirty="0"/>
          </a:p>
          <a:p>
            <a:pPr marL="889000" lvl="1" indent="-457200">
              <a:lnSpc>
                <a:spcPct val="200000"/>
              </a:lnSpc>
              <a:buFont typeface="+mj-lt"/>
              <a:buAutoNum type="alphaLcParenR"/>
            </a:pPr>
            <a:r>
              <a:rPr lang="zh-CN" altLang="en-US" sz="2000" b="1" dirty="0"/>
              <a:t>对关系进行检查：查询中出现的关系是否存在于关系模式</a:t>
            </a:r>
            <a:endParaRPr lang="en-US" altLang="zh-CN" sz="2000" b="1" dirty="0"/>
          </a:p>
          <a:p>
            <a:pPr marL="889000" lvl="1" indent="-457200">
              <a:lnSpc>
                <a:spcPct val="200000"/>
              </a:lnSpc>
              <a:buFont typeface="+mj-lt"/>
              <a:buAutoNum type="alphaLcParenR"/>
            </a:pPr>
            <a:r>
              <a:rPr lang="zh-CN" altLang="en-US" sz="2000" b="1" dirty="0"/>
              <a:t>对属性的检查：查询中涉及的属性是否能在数据库关系中找到匹配项</a:t>
            </a:r>
            <a:endParaRPr lang="en-US" altLang="zh-CN" sz="2000" b="1" dirty="0"/>
          </a:p>
          <a:p>
            <a:pPr marL="889000" lvl="1" indent="-457200">
              <a:lnSpc>
                <a:spcPct val="200000"/>
              </a:lnSpc>
              <a:buFont typeface="+mj-lt"/>
              <a:buAutoNum type="alphaLcParenR"/>
            </a:pPr>
            <a:r>
              <a:rPr lang="zh-CN" altLang="en-US" sz="2000" dirty="0"/>
              <a:t>对数据类型的检查：查询中的运算是否与涉及的属性类型相匹配</a:t>
            </a:r>
            <a:endParaRPr lang="en-US" altLang="zh-CN" sz="2000" dirty="0"/>
          </a:p>
          <a:p>
            <a:pPr lvl="1">
              <a:lnSpc>
                <a:spcPct val="200000"/>
              </a:lnSpc>
            </a:pPr>
            <a:endParaRPr lang="en-US" altLang="zh-CN" sz="2000" dirty="0"/>
          </a:p>
          <a:p>
            <a:pPr marL="0" lvl="1">
              <a:lnSpc>
                <a:spcPct val="200000"/>
              </a:lnSpc>
              <a:buFont typeface="Wingdings" panose="05000000000000000000" pitchFamily="2" charset="2"/>
              <a:buChar char="l"/>
            </a:pPr>
            <a:r>
              <a:rPr lang="zh-CN" altLang="en-US" sz="2000" dirty="0"/>
              <a:t>正确性检查完毕后，则将语法树逻辑等价转化为基于关系代数式表达的查询树以便后面的查询优化。</a:t>
            </a:r>
            <a:endParaRPr lang="en-US" altLang="zh-CN" sz="2000" dirty="0"/>
          </a:p>
        </p:txBody>
      </p:sp>
    </p:spTree>
    <p:extLst>
      <p:ext uri="{BB962C8B-B14F-4D97-AF65-F5344CB8AC3E}">
        <p14:creationId xmlns:p14="http://schemas.microsoft.com/office/powerpoint/2010/main" val="1539515540"/>
      </p:ext>
    </p:extLst>
  </p:cSld>
  <p:clrMapOvr>
    <a:masterClrMapping/>
  </p:clrMapOvr>
  <p:transition advClick="0" advTm="8000">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5EBA4-98FF-5DA5-E53D-493480F39B91}"/>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9973F0A8-A47A-EF0C-0EFC-FB9856ED1D3D}"/>
              </a:ext>
            </a:extLst>
          </p:cNvPr>
          <p:cNvSpPr txBox="1">
            <a:spLocks/>
          </p:cNvSpPr>
          <p:nvPr/>
        </p:nvSpPr>
        <p:spPr bwMode="auto">
          <a:xfrm>
            <a:off x="554349" y="202470"/>
            <a:ext cx="7948551"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4000" kern="0" dirty="0">
                <a:solidFill>
                  <a:srgbClr val="C00000"/>
                </a:solidFill>
                <a:latin typeface="微软雅黑" panose="020B0503020204020204" pitchFamily="34" charset="-122"/>
                <a:ea typeface="微软雅黑" panose="020B0503020204020204" pitchFamily="34" charset="-122"/>
              </a:rPr>
              <a:t>SQL</a:t>
            </a:r>
            <a:r>
              <a:rPr lang="zh-CN" altLang="en-US" sz="4000" kern="0" dirty="0">
                <a:solidFill>
                  <a:srgbClr val="C00000"/>
                </a:solidFill>
                <a:latin typeface="微软雅黑" panose="020B0503020204020204" pitchFamily="34" charset="-122"/>
                <a:ea typeface="微软雅黑" panose="020B0503020204020204" pitchFamily="34" charset="-122"/>
              </a:rPr>
              <a:t>引擎</a:t>
            </a:r>
            <a:r>
              <a:rPr lang="en-US" altLang="zh-CN" sz="4000" kern="0" dirty="0">
                <a:solidFill>
                  <a:srgbClr val="C00000"/>
                </a:solidFill>
                <a:latin typeface="微软雅黑" panose="020B0503020204020204" pitchFamily="34" charset="-122"/>
                <a:ea typeface="微软雅黑" panose="020B0503020204020204" pitchFamily="34" charset="-122"/>
              </a:rPr>
              <a:t>-</a:t>
            </a:r>
            <a:r>
              <a:rPr lang="zh-CN" altLang="en-US" sz="4000" kern="0" dirty="0">
                <a:solidFill>
                  <a:srgbClr val="C00000"/>
                </a:solidFill>
                <a:latin typeface="微软雅黑" panose="020B0503020204020204" pitchFamily="34" charset="-122"/>
                <a:ea typeface="微软雅黑" panose="020B0503020204020204" pitchFamily="34" charset="-122"/>
              </a:rPr>
              <a:t>优化器（查询重写）</a:t>
            </a:r>
          </a:p>
        </p:txBody>
      </p:sp>
      <p:sp>
        <p:nvSpPr>
          <p:cNvPr id="5" name="文本框 4">
            <a:extLst>
              <a:ext uri="{FF2B5EF4-FFF2-40B4-BE49-F238E27FC236}">
                <a16:creationId xmlns:a16="http://schemas.microsoft.com/office/drawing/2014/main" id="{46009AAF-0889-F437-4A09-062C1667AFD0}"/>
              </a:ext>
            </a:extLst>
          </p:cNvPr>
          <p:cNvSpPr txBox="1"/>
          <p:nvPr/>
        </p:nvSpPr>
        <p:spPr>
          <a:xfrm>
            <a:off x="1286693" y="2010831"/>
            <a:ext cx="11456124" cy="3697679"/>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lnSpc>
                <a:spcPct val="200000"/>
              </a:lnSpc>
              <a:buFont typeface="Wingdings" panose="05000000000000000000" pitchFamily="2" charset="2"/>
              <a:buChar char="l"/>
            </a:pPr>
            <a:r>
              <a:rPr lang="zh-CN" altLang="en-US" sz="2000" b="1" dirty="0"/>
              <a:t>查询重写：把用户输入的</a:t>
            </a:r>
            <a:r>
              <a:rPr lang="en-US" altLang="zh-CN" sz="2000" b="1" dirty="0"/>
              <a:t>SQL</a:t>
            </a:r>
            <a:r>
              <a:rPr lang="zh-CN" altLang="en-US" sz="2000" b="1" dirty="0"/>
              <a:t>语句转换为更高效的等价</a:t>
            </a:r>
            <a:r>
              <a:rPr lang="en-US" altLang="zh-CN" sz="2000" b="1" dirty="0"/>
              <a:t>SQL</a:t>
            </a:r>
            <a:r>
              <a:rPr lang="zh-CN" altLang="en-US" sz="2000" b="1" dirty="0"/>
              <a:t>，遵循两个基本原则：</a:t>
            </a:r>
            <a:endParaRPr lang="en-US" altLang="zh-CN" sz="2000" b="1" dirty="0"/>
          </a:p>
          <a:p>
            <a:pPr marL="889000" lvl="1" indent="-457200">
              <a:lnSpc>
                <a:spcPct val="200000"/>
              </a:lnSpc>
              <a:buFont typeface="+mj-lt"/>
              <a:buAutoNum type="alphaLcParenR"/>
            </a:pPr>
            <a:r>
              <a:rPr lang="zh-CN" altLang="en-US" sz="2000" b="1" dirty="0"/>
              <a:t>等价性：原语句和重写后的语句输出结果相同。</a:t>
            </a:r>
            <a:endParaRPr lang="en-US" altLang="zh-CN" sz="2000" b="1" dirty="0"/>
          </a:p>
          <a:p>
            <a:pPr marL="889000" lvl="1" indent="-457200">
              <a:lnSpc>
                <a:spcPct val="200000"/>
              </a:lnSpc>
              <a:buFont typeface="+mj-lt"/>
              <a:buAutoNum type="alphaLcParenR"/>
            </a:pPr>
            <a:r>
              <a:rPr lang="zh-CN" altLang="en-US" sz="2000" dirty="0"/>
              <a:t>高效性：重写后的语句比原来语句执行时间段，且资源利用率更高效</a:t>
            </a:r>
            <a:endParaRPr lang="en-US" altLang="zh-CN" sz="2000" dirty="0"/>
          </a:p>
          <a:p>
            <a:pPr marL="0" lvl="1">
              <a:lnSpc>
                <a:spcPct val="200000"/>
              </a:lnSpc>
            </a:pPr>
            <a:r>
              <a:rPr lang="zh-CN" altLang="en-US" sz="2000" dirty="0"/>
              <a:t>  </a:t>
            </a:r>
            <a:endParaRPr lang="en-US" altLang="zh-CN" sz="2000" dirty="0"/>
          </a:p>
          <a:p>
            <a:pPr marL="0" lvl="1">
              <a:lnSpc>
                <a:spcPct val="200000"/>
              </a:lnSpc>
              <a:buFont typeface="Wingdings" panose="05000000000000000000" pitchFamily="2" charset="2"/>
              <a:buChar char="l"/>
            </a:pPr>
            <a:r>
              <a:rPr lang="zh-CN" altLang="en-US" sz="2000" dirty="0"/>
              <a:t>   常见的查询重写技术：常量表达式简化、子查询优化、选择下推和等价推理、外连接消除、</a:t>
            </a:r>
            <a:r>
              <a:rPr lang="en-US" altLang="zh-CN" sz="2000" dirty="0"/>
              <a:t>distinct</a:t>
            </a:r>
            <a:r>
              <a:rPr lang="zh-CN" altLang="en-US" sz="2000" dirty="0"/>
              <a:t>消除、</a:t>
            </a:r>
            <a:r>
              <a:rPr lang="en-US" altLang="zh-CN" sz="2000" dirty="0"/>
              <a:t>in</a:t>
            </a:r>
            <a:r>
              <a:rPr lang="zh-CN" altLang="en-US" sz="2000" dirty="0"/>
              <a:t>谓词展开、视图展开。</a:t>
            </a:r>
            <a:endParaRPr lang="en-US" altLang="zh-CN" sz="2000" dirty="0"/>
          </a:p>
        </p:txBody>
      </p:sp>
    </p:spTree>
    <p:extLst>
      <p:ext uri="{BB962C8B-B14F-4D97-AF65-F5344CB8AC3E}">
        <p14:creationId xmlns:p14="http://schemas.microsoft.com/office/powerpoint/2010/main" val="3422840055"/>
      </p:ext>
    </p:extLst>
  </p:cSld>
  <p:clrMapOvr>
    <a:masterClrMapping/>
  </p:clrMapOvr>
  <p:transition advClick="0" advTm="8000">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A6EE6-1127-15C0-308B-133F234BDA64}"/>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37CEC0F5-2AAB-1F1B-C923-FE04FA621A2C}"/>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优化器（查询重写</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常量表达式简化）</a:t>
            </a:r>
          </a:p>
        </p:txBody>
      </p:sp>
      <p:sp>
        <p:nvSpPr>
          <p:cNvPr id="5" name="文本框 4">
            <a:extLst>
              <a:ext uri="{FF2B5EF4-FFF2-40B4-BE49-F238E27FC236}">
                <a16:creationId xmlns:a16="http://schemas.microsoft.com/office/drawing/2014/main" id="{0CE31BB2-1082-4868-085C-658AD0031CE4}"/>
              </a:ext>
            </a:extLst>
          </p:cNvPr>
          <p:cNvSpPr txBox="1"/>
          <p:nvPr/>
        </p:nvSpPr>
        <p:spPr>
          <a:xfrm>
            <a:off x="1195253" y="1507911"/>
            <a:ext cx="10182496" cy="18510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nSpc>
                <a:spcPct val="200000"/>
              </a:lnSpc>
            </a:pPr>
            <a:r>
              <a:rPr lang="zh-CN" altLang="en-US" sz="2000" b="1" dirty="0">
                <a:solidFill>
                  <a:srgbClr val="FF0000"/>
                </a:solidFill>
              </a:rPr>
              <a:t>常量表达式简化</a:t>
            </a:r>
            <a:endParaRPr lang="en-US" altLang="zh-CN" sz="2000" b="1" dirty="0">
              <a:solidFill>
                <a:srgbClr val="FF0000"/>
              </a:solidFill>
            </a:endParaRPr>
          </a:p>
          <a:p>
            <a:pPr>
              <a:lnSpc>
                <a:spcPct val="200000"/>
              </a:lnSpc>
            </a:pPr>
            <a:r>
              <a:rPr lang="zh-CN" altLang="en-US" sz="2000" dirty="0"/>
              <a:t>常量表达式即用户输入的</a:t>
            </a:r>
            <a:r>
              <a:rPr lang="en-US" altLang="zh-CN" sz="2000" dirty="0"/>
              <a:t>SQL</a:t>
            </a:r>
            <a:r>
              <a:rPr lang="zh-CN" altLang="en-US" sz="2000" dirty="0"/>
              <a:t>语句中包含运算结果为常量的表达式，如算数表达式、逻辑运算表达式、函数表达式。</a:t>
            </a:r>
            <a:endParaRPr lang="en-US" altLang="zh-CN" sz="2000" dirty="0"/>
          </a:p>
        </p:txBody>
      </p:sp>
      <p:grpSp>
        <p:nvGrpSpPr>
          <p:cNvPr id="6" name="组合 5">
            <a:extLst>
              <a:ext uri="{FF2B5EF4-FFF2-40B4-BE49-F238E27FC236}">
                <a16:creationId xmlns:a16="http://schemas.microsoft.com/office/drawing/2014/main" id="{735BD885-5AD3-9940-3B77-A4FE4CA6FEB1}"/>
              </a:ext>
            </a:extLst>
          </p:cNvPr>
          <p:cNvGrpSpPr/>
          <p:nvPr/>
        </p:nvGrpSpPr>
        <p:grpSpPr>
          <a:xfrm>
            <a:off x="1273629" y="4121331"/>
            <a:ext cx="3337560" cy="418013"/>
            <a:chOff x="1273629" y="4121331"/>
            <a:chExt cx="4918165" cy="418013"/>
          </a:xfrm>
        </p:grpSpPr>
        <p:sp>
          <p:nvSpPr>
            <p:cNvPr id="2" name="矩形 1">
              <a:extLst>
                <a:ext uri="{FF2B5EF4-FFF2-40B4-BE49-F238E27FC236}">
                  <a16:creationId xmlns:a16="http://schemas.microsoft.com/office/drawing/2014/main" id="{CE3EDCEF-8FAE-6BFA-AD2E-44E992547CC2}"/>
                </a:ext>
              </a:extLst>
            </p:cNvPr>
            <p:cNvSpPr/>
            <p:nvPr/>
          </p:nvSpPr>
          <p:spPr bwMode="auto">
            <a:xfrm>
              <a:off x="1273629" y="4121332"/>
              <a:ext cx="4918165" cy="418012"/>
            </a:xfrm>
            <a:prstGeom prst="rect">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文本框 2">
              <a:extLst>
                <a:ext uri="{FF2B5EF4-FFF2-40B4-BE49-F238E27FC236}">
                  <a16:creationId xmlns:a16="http://schemas.microsoft.com/office/drawing/2014/main" id="{4F9CC57D-2715-5159-35AF-B3D479D3AAFD}"/>
                </a:ext>
              </a:extLst>
            </p:cNvPr>
            <p:cNvSpPr txBox="1"/>
            <p:nvPr/>
          </p:nvSpPr>
          <p:spPr>
            <a:xfrm>
              <a:off x="1273629" y="4121331"/>
              <a:ext cx="4918165" cy="353943"/>
            </a:xfrm>
            <a:prstGeom prst="rect">
              <a:avLst/>
            </a:prstGeom>
            <a:noFill/>
          </p:spPr>
          <p:txBody>
            <a:bodyPr wrap="square" rtlCol="0">
              <a:spAutoFit/>
            </a:bodyPr>
            <a:lstStyle/>
            <a:p>
              <a:r>
                <a:rPr lang="en-US" altLang="zh-CN" dirty="0"/>
                <a:t>Select * from t1 where c1=1+1;</a:t>
              </a:r>
              <a:endParaRPr lang="zh-CN" altLang="en-US" dirty="0"/>
            </a:p>
          </p:txBody>
        </p:sp>
      </p:grpSp>
      <p:grpSp>
        <p:nvGrpSpPr>
          <p:cNvPr id="7" name="组合 6">
            <a:extLst>
              <a:ext uri="{FF2B5EF4-FFF2-40B4-BE49-F238E27FC236}">
                <a16:creationId xmlns:a16="http://schemas.microsoft.com/office/drawing/2014/main" id="{3C5C9B27-FF99-080A-5D30-4618AF699051}"/>
              </a:ext>
            </a:extLst>
          </p:cNvPr>
          <p:cNvGrpSpPr/>
          <p:nvPr/>
        </p:nvGrpSpPr>
        <p:grpSpPr>
          <a:xfrm>
            <a:off x="1273629" y="5286102"/>
            <a:ext cx="3337560" cy="418013"/>
            <a:chOff x="1273629" y="4121331"/>
            <a:chExt cx="4918165" cy="418013"/>
          </a:xfrm>
        </p:grpSpPr>
        <p:sp>
          <p:nvSpPr>
            <p:cNvPr id="8" name="矩形 7">
              <a:extLst>
                <a:ext uri="{FF2B5EF4-FFF2-40B4-BE49-F238E27FC236}">
                  <a16:creationId xmlns:a16="http://schemas.microsoft.com/office/drawing/2014/main" id="{3EE85AB1-CB72-6AB2-FF0B-61A818A2036F}"/>
                </a:ext>
              </a:extLst>
            </p:cNvPr>
            <p:cNvSpPr/>
            <p:nvPr/>
          </p:nvSpPr>
          <p:spPr bwMode="auto">
            <a:xfrm>
              <a:off x="1273629" y="4121332"/>
              <a:ext cx="4918165" cy="418012"/>
            </a:xfrm>
            <a:prstGeom prst="rect">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文本框 8">
              <a:extLst>
                <a:ext uri="{FF2B5EF4-FFF2-40B4-BE49-F238E27FC236}">
                  <a16:creationId xmlns:a16="http://schemas.microsoft.com/office/drawing/2014/main" id="{76193871-BFE5-4BA7-F3D9-C8F5DEEB2F0B}"/>
                </a:ext>
              </a:extLst>
            </p:cNvPr>
            <p:cNvSpPr txBox="1"/>
            <p:nvPr/>
          </p:nvSpPr>
          <p:spPr>
            <a:xfrm>
              <a:off x="1273629" y="4121331"/>
              <a:ext cx="4918165" cy="353943"/>
            </a:xfrm>
            <a:prstGeom prst="rect">
              <a:avLst/>
            </a:prstGeom>
            <a:noFill/>
          </p:spPr>
          <p:txBody>
            <a:bodyPr wrap="square" rtlCol="0">
              <a:spAutoFit/>
            </a:bodyPr>
            <a:lstStyle/>
            <a:p>
              <a:r>
                <a:rPr lang="en-US" altLang="zh-CN" dirty="0"/>
                <a:t>Select * from t1 where c1=2;</a:t>
              </a:r>
              <a:endParaRPr lang="zh-CN" altLang="en-US" dirty="0"/>
            </a:p>
          </p:txBody>
        </p:sp>
      </p:grpSp>
      <p:grpSp>
        <p:nvGrpSpPr>
          <p:cNvPr id="10" name="组合 9">
            <a:extLst>
              <a:ext uri="{FF2B5EF4-FFF2-40B4-BE49-F238E27FC236}">
                <a16:creationId xmlns:a16="http://schemas.microsoft.com/office/drawing/2014/main" id="{F10A74F3-0C61-103F-A2AB-984F58A3BB2E}"/>
              </a:ext>
            </a:extLst>
          </p:cNvPr>
          <p:cNvGrpSpPr/>
          <p:nvPr/>
        </p:nvGrpSpPr>
        <p:grpSpPr>
          <a:xfrm>
            <a:off x="6605452" y="4169228"/>
            <a:ext cx="3337560" cy="418013"/>
            <a:chOff x="1273629" y="4121331"/>
            <a:chExt cx="4918165" cy="418013"/>
          </a:xfrm>
        </p:grpSpPr>
        <p:sp>
          <p:nvSpPr>
            <p:cNvPr id="11" name="矩形 10">
              <a:extLst>
                <a:ext uri="{FF2B5EF4-FFF2-40B4-BE49-F238E27FC236}">
                  <a16:creationId xmlns:a16="http://schemas.microsoft.com/office/drawing/2014/main" id="{8D69DEC0-0880-CB7A-0C50-157B23FA12A7}"/>
                </a:ext>
              </a:extLst>
            </p:cNvPr>
            <p:cNvSpPr/>
            <p:nvPr/>
          </p:nvSpPr>
          <p:spPr bwMode="auto">
            <a:xfrm>
              <a:off x="1273629" y="4121332"/>
              <a:ext cx="4918165" cy="418012"/>
            </a:xfrm>
            <a:prstGeom prst="rect">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文本框 11">
              <a:extLst>
                <a:ext uri="{FF2B5EF4-FFF2-40B4-BE49-F238E27FC236}">
                  <a16:creationId xmlns:a16="http://schemas.microsoft.com/office/drawing/2014/main" id="{6E058592-F5A0-199F-1CD1-F5ED68A6A0E8}"/>
                </a:ext>
              </a:extLst>
            </p:cNvPr>
            <p:cNvSpPr txBox="1"/>
            <p:nvPr/>
          </p:nvSpPr>
          <p:spPr>
            <a:xfrm>
              <a:off x="1273629" y="4121331"/>
              <a:ext cx="4918165" cy="353943"/>
            </a:xfrm>
            <a:prstGeom prst="rect">
              <a:avLst/>
            </a:prstGeom>
            <a:noFill/>
          </p:spPr>
          <p:txBody>
            <a:bodyPr wrap="square" rtlCol="0">
              <a:spAutoFit/>
            </a:bodyPr>
            <a:lstStyle/>
            <a:p>
              <a:r>
                <a:rPr lang="en-US" altLang="zh-CN" dirty="0"/>
                <a:t>Select * from t1 where c1=add(1+1);</a:t>
              </a:r>
              <a:endParaRPr lang="zh-CN" altLang="en-US" dirty="0"/>
            </a:p>
          </p:txBody>
        </p:sp>
      </p:grpSp>
      <p:grpSp>
        <p:nvGrpSpPr>
          <p:cNvPr id="13" name="组合 12">
            <a:extLst>
              <a:ext uri="{FF2B5EF4-FFF2-40B4-BE49-F238E27FC236}">
                <a16:creationId xmlns:a16="http://schemas.microsoft.com/office/drawing/2014/main" id="{947EE0C5-B5BD-C095-0B28-C69AE25D8BE6}"/>
              </a:ext>
            </a:extLst>
          </p:cNvPr>
          <p:cNvGrpSpPr/>
          <p:nvPr/>
        </p:nvGrpSpPr>
        <p:grpSpPr>
          <a:xfrm>
            <a:off x="6605452" y="5286102"/>
            <a:ext cx="3337560" cy="418013"/>
            <a:chOff x="1273629" y="4121331"/>
            <a:chExt cx="4918165" cy="418013"/>
          </a:xfrm>
        </p:grpSpPr>
        <p:sp>
          <p:nvSpPr>
            <p:cNvPr id="14" name="矩形 13">
              <a:extLst>
                <a:ext uri="{FF2B5EF4-FFF2-40B4-BE49-F238E27FC236}">
                  <a16:creationId xmlns:a16="http://schemas.microsoft.com/office/drawing/2014/main" id="{9FFF20A3-990A-8BFF-508F-CD1A4760D7CB}"/>
                </a:ext>
              </a:extLst>
            </p:cNvPr>
            <p:cNvSpPr/>
            <p:nvPr/>
          </p:nvSpPr>
          <p:spPr bwMode="auto">
            <a:xfrm>
              <a:off x="1273629" y="4121332"/>
              <a:ext cx="4918165" cy="418012"/>
            </a:xfrm>
            <a:prstGeom prst="rect">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5" name="文本框 14">
              <a:extLst>
                <a:ext uri="{FF2B5EF4-FFF2-40B4-BE49-F238E27FC236}">
                  <a16:creationId xmlns:a16="http://schemas.microsoft.com/office/drawing/2014/main" id="{D9BC9AD1-F346-ECD1-12E1-37E97E749690}"/>
                </a:ext>
              </a:extLst>
            </p:cNvPr>
            <p:cNvSpPr txBox="1"/>
            <p:nvPr/>
          </p:nvSpPr>
          <p:spPr>
            <a:xfrm>
              <a:off x="1273629" y="4121331"/>
              <a:ext cx="4918165" cy="353943"/>
            </a:xfrm>
            <a:prstGeom prst="rect">
              <a:avLst/>
            </a:prstGeom>
            <a:noFill/>
          </p:spPr>
          <p:txBody>
            <a:bodyPr wrap="square" rtlCol="0">
              <a:spAutoFit/>
            </a:bodyPr>
            <a:lstStyle/>
            <a:p>
              <a:r>
                <a:rPr lang="en-US" altLang="zh-CN" dirty="0"/>
                <a:t>Select * from t1 where c1=2;</a:t>
              </a:r>
              <a:endParaRPr lang="zh-CN" altLang="en-US" dirty="0"/>
            </a:p>
          </p:txBody>
        </p:sp>
      </p:grpSp>
      <p:sp>
        <p:nvSpPr>
          <p:cNvPr id="16" name="箭头: 下 15">
            <a:extLst>
              <a:ext uri="{FF2B5EF4-FFF2-40B4-BE49-F238E27FC236}">
                <a16:creationId xmlns:a16="http://schemas.microsoft.com/office/drawing/2014/main" id="{1743D85F-5294-9E0C-03FB-DC0BFA75E307}"/>
              </a:ext>
            </a:extLst>
          </p:cNvPr>
          <p:cNvSpPr/>
          <p:nvPr/>
        </p:nvSpPr>
        <p:spPr bwMode="auto">
          <a:xfrm>
            <a:off x="2645229" y="4587241"/>
            <a:ext cx="372291" cy="634791"/>
          </a:xfrm>
          <a:prstGeom prst="downArrow">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箭头: 下 16">
            <a:extLst>
              <a:ext uri="{FF2B5EF4-FFF2-40B4-BE49-F238E27FC236}">
                <a16:creationId xmlns:a16="http://schemas.microsoft.com/office/drawing/2014/main" id="{C26ED642-AF01-B67D-52C4-2DC3270BED4A}"/>
              </a:ext>
            </a:extLst>
          </p:cNvPr>
          <p:cNvSpPr/>
          <p:nvPr/>
        </p:nvSpPr>
        <p:spPr bwMode="auto">
          <a:xfrm>
            <a:off x="8088086" y="4619276"/>
            <a:ext cx="372291" cy="634791"/>
          </a:xfrm>
          <a:prstGeom prst="downArrow">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26966024"/>
      </p:ext>
    </p:extLst>
  </p:cSld>
  <p:clrMapOvr>
    <a:masterClrMapping/>
  </p:clrMapOvr>
  <p:transition advClick="0" advTm="8000">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BC9AF-0017-DA74-9680-DC37093AEBF4}"/>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BA8AE0AB-D0BA-A168-4C8A-849F17DCCB20}"/>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优化器（查询重写</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子查询优化）</a:t>
            </a:r>
          </a:p>
        </p:txBody>
      </p:sp>
      <p:sp>
        <p:nvSpPr>
          <p:cNvPr id="5" name="文本框 4">
            <a:extLst>
              <a:ext uri="{FF2B5EF4-FFF2-40B4-BE49-F238E27FC236}">
                <a16:creationId xmlns:a16="http://schemas.microsoft.com/office/drawing/2014/main" id="{7E15CF22-20D3-79A8-4618-7E846E392357}"/>
              </a:ext>
            </a:extLst>
          </p:cNvPr>
          <p:cNvSpPr txBox="1"/>
          <p:nvPr/>
        </p:nvSpPr>
        <p:spPr>
          <a:xfrm>
            <a:off x="1195253" y="1507911"/>
            <a:ext cx="6513842" cy="2466573"/>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nSpc>
                <a:spcPct val="200000"/>
              </a:lnSpc>
            </a:pPr>
            <a:r>
              <a:rPr lang="zh-CN" altLang="en-US" sz="2000" b="1" dirty="0">
                <a:solidFill>
                  <a:srgbClr val="FF0000"/>
                </a:solidFill>
              </a:rPr>
              <a:t>子查询优化：</a:t>
            </a:r>
            <a:r>
              <a:rPr lang="zh-CN" altLang="en-US" sz="2000" dirty="0"/>
              <a:t>分为相关子查询和非相关子查询。</a:t>
            </a:r>
            <a:endParaRPr lang="en-US" altLang="zh-CN" sz="2000" dirty="0"/>
          </a:p>
          <a:p>
            <a:pPr>
              <a:lnSpc>
                <a:spcPct val="200000"/>
              </a:lnSpc>
            </a:pPr>
            <a:r>
              <a:rPr lang="zh-CN" altLang="en-US" sz="2000" dirty="0"/>
              <a:t>相关子查询：子查询中有依赖父查询的条件。</a:t>
            </a:r>
            <a:endParaRPr lang="en-US" altLang="zh-CN" sz="2000" dirty="0"/>
          </a:p>
          <a:p>
            <a:pPr>
              <a:lnSpc>
                <a:spcPct val="200000"/>
              </a:lnSpc>
            </a:pPr>
            <a:endParaRPr lang="en-US" altLang="zh-CN" sz="2000" dirty="0"/>
          </a:p>
          <a:p>
            <a:pPr>
              <a:lnSpc>
                <a:spcPct val="200000"/>
              </a:lnSpc>
            </a:pPr>
            <a:r>
              <a:rPr lang="zh-CN" altLang="en-US" sz="2000" dirty="0"/>
              <a:t>非相关子查询：子查询不依赖父查询，可以独立求解。</a:t>
            </a:r>
            <a:endParaRPr lang="en-US" altLang="zh-CN" sz="2000" dirty="0"/>
          </a:p>
        </p:txBody>
      </p:sp>
      <p:grpSp>
        <p:nvGrpSpPr>
          <p:cNvPr id="7" name="组合 6">
            <a:extLst>
              <a:ext uri="{FF2B5EF4-FFF2-40B4-BE49-F238E27FC236}">
                <a16:creationId xmlns:a16="http://schemas.microsoft.com/office/drawing/2014/main" id="{BBDC754A-37A2-6C3B-ADC2-EBC23A8B0712}"/>
              </a:ext>
            </a:extLst>
          </p:cNvPr>
          <p:cNvGrpSpPr/>
          <p:nvPr/>
        </p:nvGrpSpPr>
        <p:grpSpPr>
          <a:xfrm>
            <a:off x="1273629" y="4124941"/>
            <a:ext cx="5571308" cy="418013"/>
            <a:chOff x="1273629" y="4121331"/>
            <a:chExt cx="4918165" cy="418013"/>
          </a:xfrm>
        </p:grpSpPr>
        <p:sp>
          <p:nvSpPr>
            <p:cNvPr id="8" name="矩形 7">
              <a:extLst>
                <a:ext uri="{FF2B5EF4-FFF2-40B4-BE49-F238E27FC236}">
                  <a16:creationId xmlns:a16="http://schemas.microsoft.com/office/drawing/2014/main" id="{203EA97E-68D7-7931-084A-893D6F345F22}"/>
                </a:ext>
              </a:extLst>
            </p:cNvPr>
            <p:cNvSpPr/>
            <p:nvPr/>
          </p:nvSpPr>
          <p:spPr bwMode="auto">
            <a:xfrm>
              <a:off x="1273629" y="4121332"/>
              <a:ext cx="4918165" cy="418012"/>
            </a:xfrm>
            <a:prstGeom prst="rect">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文本框 8">
              <a:extLst>
                <a:ext uri="{FF2B5EF4-FFF2-40B4-BE49-F238E27FC236}">
                  <a16:creationId xmlns:a16="http://schemas.microsoft.com/office/drawing/2014/main" id="{9F38A18C-CDEA-823E-5E1B-95319DE31915}"/>
                </a:ext>
              </a:extLst>
            </p:cNvPr>
            <p:cNvSpPr txBox="1"/>
            <p:nvPr/>
          </p:nvSpPr>
          <p:spPr>
            <a:xfrm>
              <a:off x="1273629" y="4121331"/>
              <a:ext cx="4918165" cy="353943"/>
            </a:xfrm>
            <a:prstGeom prst="rect">
              <a:avLst/>
            </a:prstGeom>
            <a:noFill/>
          </p:spPr>
          <p:txBody>
            <a:bodyPr wrap="square" rtlCol="0">
              <a:spAutoFit/>
            </a:bodyPr>
            <a:lstStyle/>
            <a:p>
              <a:r>
                <a:rPr lang="en-US" altLang="zh-CN" dirty="0"/>
                <a:t>Select * from t1 where exists (select t2.c1 from t2);</a:t>
              </a:r>
              <a:endParaRPr lang="zh-CN" altLang="en-US" dirty="0"/>
            </a:p>
          </p:txBody>
        </p:sp>
      </p:grpSp>
      <p:grpSp>
        <p:nvGrpSpPr>
          <p:cNvPr id="20" name="组合 19">
            <a:extLst>
              <a:ext uri="{FF2B5EF4-FFF2-40B4-BE49-F238E27FC236}">
                <a16:creationId xmlns:a16="http://schemas.microsoft.com/office/drawing/2014/main" id="{C1637B1A-228F-022A-7938-98CD433887FB}"/>
              </a:ext>
            </a:extLst>
          </p:cNvPr>
          <p:cNvGrpSpPr/>
          <p:nvPr/>
        </p:nvGrpSpPr>
        <p:grpSpPr>
          <a:xfrm>
            <a:off x="1273630" y="2947852"/>
            <a:ext cx="6276702" cy="418012"/>
            <a:chOff x="1273629" y="4121332"/>
            <a:chExt cx="4918165" cy="418012"/>
          </a:xfrm>
        </p:grpSpPr>
        <p:sp>
          <p:nvSpPr>
            <p:cNvPr id="21" name="矩形 20">
              <a:extLst>
                <a:ext uri="{FF2B5EF4-FFF2-40B4-BE49-F238E27FC236}">
                  <a16:creationId xmlns:a16="http://schemas.microsoft.com/office/drawing/2014/main" id="{4EA2CAD3-5374-8865-9A65-EC149FA6A3D0}"/>
                </a:ext>
              </a:extLst>
            </p:cNvPr>
            <p:cNvSpPr/>
            <p:nvPr/>
          </p:nvSpPr>
          <p:spPr bwMode="auto">
            <a:xfrm>
              <a:off x="1273629" y="4121332"/>
              <a:ext cx="4918165" cy="418012"/>
            </a:xfrm>
            <a:prstGeom prst="rect">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2" name="文本框 21">
              <a:extLst>
                <a:ext uri="{FF2B5EF4-FFF2-40B4-BE49-F238E27FC236}">
                  <a16:creationId xmlns:a16="http://schemas.microsoft.com/office/drawing/2014/main" id="{83C4A765-932D-9C78-8FD7-6B5CE726226F}"/>
                </a:ext>
              </a:extLst>
            </p:cNvPr>
            <p:cNvSpPr txBox="1"/>
            <p:nvPr/>
          </p:nvSpPr>
          <p:spPr>
            <a:xfrm>
              <a:off x="1273629" y="4153366"/>
              <a:ext cx="4918165" cy="353943"/>
            </a:xfrm>
            <a:prstGeom prst="rect">
              <a:avLst/>
            </a:prstGeom>
            <a:noFill/>
          </p:spPr>
          <p:txBody>
            <a:bodyPr wrap="square" rtlCol="0">
              <a:spAutoFit/>
            </a:bodyPr>
            <a:lstStyle/>
            <a:p>
              <a:r>
                <a:rPr lang="en-US" altLang="zh-CN" dirty="0"/>
                <a:t>Select * from t1 where exists (select t2.c1 from t2 where t1.c1=t2.c1);</a:t>
              </a:r>
              <a:endParaRPr lang="zh-CN" altLang="en-US" dirty="0"/>
            </a:p>
          </p:txBody>
        </p:sp>
      </p:grpSp>
      <p:sp>
        <p:nvSpPr>
          <p:cNvPr id="23" name="文本框 22">
            <a:extLst>
              <a:ext uri="{FF2B5EF4-FFF2-40B4-BE49-F238E27FC236}">
                <a16:creationId xmlns:a16="http://schemas.microsoft.com/office/drawing/2014/main" id="{B17A534A-3A4F-9606-63E0-69A4EB6D6EBB}"/>
              </a:ext>
            </a:extLst>
          </p:cNvPr>
          <p:cNvSpPr txBox="1"/>
          <p:nvPr/>
        </p:nvSpPr>
        <p:spPr>
          <a:xfrm>
            <a:off x="8272306" y="1999679"/>
            <a:ext cx="5571308" cy="2125262"/>
          </a:xfrm>
          <a:prstGeom prst="rect">
            <a:avLst/>
          </a:prstGeom>
          <a:noFill/>
          <a:ln w="57150">
            <a:solidFill>
              <a:srgbClr val="4FD1FF"/>
            </a:solidFill>
            <a:prstDash val="lgDashDotDot"/>
          </a:ln>
        </p:spPr>
        <p:txBody>
          <a:bodyPr wrap="square" rtlCol="0">
            <a:spAutoFit/>
          </a:bodyPr>
          <a:lstStyle/>
          <a:p>
            <a:pPr>
              <a:lnSpc>
                <a:spcPct val="150000"/>
              </a:lnSpc>
            </a:pPr>
            <a:r>
              <a:rPr lang="zh-CN" altLang="en-US" sz="1800" b="1" dirty="0"/>
              <a:t>相关子查询需要父查询执行出一条结果，然后驱动子查询运算，这种嵌套的方式执行效率较低。如果能把子查询提升为与父查询同级别，两表就可以直接做</a:t>
            </a:r>
            <a:r>
              <a:rPr lang="en-US" altLang="zh-CN" sz="1800" b="1" dirty="0"/>
              <a:t>join</a:t>
            </a:r>
            <a:r>
              <a:rPr lang="zh-CN" altLang="en-US" sz="1800" b="1" dirty="0"/>
              <a:t>，进而从</a:t>
            </a:r>
            <a:r>
              <a:rPr lang="en-US" altLang="zh-CN" sz="1800" b="1" dirty="0"/>
              <a:t>join</a:t>
            </a:r>
            <a:r>
              <a:rPr lang="zh-CN" altLang="en-US" sz="1800" b="1" dirty="0"/>
              <a:t>中选择最好的</a:t>
            </a:r>
            <a:r>
              <a:rPr lang="en-US" altLang="zh-CN" sz="1800" b="1" dirty="0" err="1"/>
              <a:t>jion</a:t>
            </a:r>
            <a:r>
              <a:rPr lang="zh-CN" altLang="en-US" sz="1800" b="1" dirty="0"/>
              <a:t>方式，这样会提升查询的执行效率。</a:t>
            </a:r>
          </a:p>
        </p:txBody>
      </p:sp>
      <p:grpSp>
        <p:nvGrpSpPr>
          <p:cNvPr id="31" name="组合 30">
            <a:extLst>
              <a:ext uri="{FF2B5EF4-FFF2-40B4-BE49-F238E27FC236}">
                <a16:creationId xmlns:a16="http://schemas.microsoft.com/office/drawing/2014/main" id="{6AD17197-B740-2360-FFAA-31559C388C2F}"/>
              </a:ext>
            </a:extLst>
          </p:cNvPr>
          <p:cNvGrpSpPr/>
          <p:nvPr/>
        </p:nvGrpSpPr>
        <p:grpSpPr>
          <a:xfrm>
            <a:off x="3925389" y="5113979"/>
            <a:ext cx="6276702" cy="1595101"/>
            <a:chOff x="1313823" y="4996413"/>
            <a:chExt cx="6276702" cy="1595101"/>
          </a:xfrm>
        </p:grpSpPr>
        <p:grpSp>
          <p:nvGrpSpPr>
            <p:cNvPr id="24" name="组合 23">
              <a:extLst>
                <a:ext uri="{FF2B5EF4-FFF2-40B4-BE49-F238E27FC236}">
                  <a16:creationId xmlns:a16="http://schemas.microsoft.com/office/drawing/2014/main" id="{0F155F09-6C2D-74BA-8CB2-199A8A0E32E6}"/>
                </a:ext>
              </a:extLst>
            </p:cNvPr>
            <p:cNvGrpSpPr/>
            <p:nvPr/>
          </p:nvGrpSpPr>
          <p:grpSpPr>
            <a:xfrm>
              <a:off x="1313823" y="4996413"/>
              <a:ext cx="6276702" cy="418012"/>
              <a:chOff x="1273629" y="4121332"/>
              <a:chExt cx="4918165" cy="418012"/>
            </a:xfrm>
          </p:grpSpPr>
          <p:sp>
            <p:nvSpPr>
              <p:cNvPr id="25" name="矩形 24">
                <a:extLst>
                  <a:ext uri="{FF2B5EF4-FFF2-40B4-BE49-F238E27FC236}">
                    <a16:creationId xmlns:a16="http://schemas.microsoft.com/office/drawing/2014/main" id="{F0CF3A14-F7B5-18B8-276C-55B0A72A317B}"/>
                  </a:ext>
                </a:extLst>
              </p:cNvPr>
              <p:cNvSpPr/>
              <p:nvPr/>
            </p:nvSpPr>
            <p:spPr bwMode="auto">
              <a:xfrm>
                <a:off x="1273629" y="4121332"/>
                <a:ext cx="4918165" cy="418012"/>
              </a:xfrm>
              <a:prstGeom prst="rect">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6" name="文本框 25">
                <a:extLst>
                  <a:ext uri="{FF2B5EF4-FFF2-40B4-BE49-F238E27FC236}">
                    <a16:creationId xmlns:a16="http://schemas.microsoft.com/office/drawing/2014/main" id="{BD40A2C4-AD1F-59A6-AB91-AEBD113F9E81}"/>
                  </a:ext>
                </a:extLst>
              </p:cNvPr>
              <p:cNvSpPr txBox="1"/>
              <p:nvPr/>
            </p:nvSpPr>
            <p:spPr>
              <a:xfrm>
                <a:off x="1273629" y="4153366"/>
                <a:ext cx="4918165" cy="353943"/>
              </a:xfrm>
              <a:prstGeom prst="rect">
                <a:avLst/>
              </a:prstGeom>
              <a:noFill/>
            </p:spPr>
            <p:txBody>
              <a:bodyPr wrap="square" rtlCol="0">
                <a:spAutoFit/>
              </a:bodyPr>
              <a:lstStyle/>
              <a:p>
                <a:r>
                  <a:rPr lang="en-US" altLang="zh-CN" dirty="0"/>
                  <a:t>Select * from t1 where t1.c1 in (select t2.c1 from t2 );</a:t>
                </a:r>
                <a:endParaRPr lang="zh-CN" altLang="en-US" dirty="0"/>
              </a:p>
            </p:txBody>
          </p:sp>
        </p:grpSp>
        <p:grpSp>
          <p:nvGrpSpPr>
            <p:cNvPr id="27" name="组合 26">
              <a:extLst>
                <a:ext uri="{FF2B5EF4-FFF2-40B4-BE49-F238E27FC236}">
                  <a16:creationId xmlns:a16="http://schemas.microsoft.com/office/drawing/2014/main" id="{9C16553E-21C5-50D7-08CB-5526BC5A513D}"/>
                </a:ext>
              </a:extLst>
            </p:cNvPr>
            <p:cNvGrpSpPr/>
            <p:nvPr/>
          </p:nvGrpSpPr>
          <p:grpSpPr>
            <a:xfrm>
              <a:off x="1313823" y="6173502"/>
              <a:ext cx="6276702" cy="418012"/>
              <a:chOff x="1273629" y="4121332"/>
              <a:chExt cx="4918165" cy="418012"/>
            </a:xfrm>
          </p:grpSpPr>
          <p:sp>
            <p:nvSpPr>
              <p:cNvPr id="28" name="矩形 27">
                <a:extLst>
                  <a:ext uri="{FF2B5EF4-FFF2-40B4-BE49-F238E27FC236}">
                    <a16:creationId xmlns:a16="http://schemas.microsoft.com/office/drawing/2014/main" id="{ECD6BCD7-FF79-523F-1792-07800AECF52F}"/>
                  </a:ext>
                </a:extLst>
              </p:cNvPr>
              <p:cNvSpPr/>
              <p:nvPr/>
            </p:nvSpPr>
            <p:spPr bwMode="auto">
              <a:xfrm>
                <a:off x="1273629" y="4121332"/>
                <a:ext cx="4918165" cy="418012"/>
              </a:xfrm>
              <a:prstGeom prst="rect">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9" name="文本框 28">
                <a:extLst>
                  <a:ext uri="{FF2B5EF4-FFF2-40B4-BE49-F238E27FC236}">
                    <a16:creationId xmlns:a16="http://schemas.microsoft.com/office/drawing/2014/main" id="{BEEA3924-EDDC-A28F-87B2-0332954B7A2E}"/>
                  </a:ext>
                </a:extLst>
              </p:cNvPr>
              <p:cNvSpPr txBox="1"/>
              <p:nvPr/>
            </p:nvSpPr>
            <p:spPr>
              <a:xfrm>
                <a:off x="1273629" y="4153366"/>
                <a:ext cx="4918165" cy="353943"/>
              </a:xfrm>
              <a:prstGeom prst="rect">
                <a:avLst/>
              </a:prstGeom>
              <a:noFill/>
            </p:spPr>
            <p:txBody>
              <a:bodyPr wrap="square" rtlCol="0">
                <a:spAutoFit/>
              </a:bodyPr>
              <a:lstStyle/>
              <a:p>
                <a:r>
                  <a:rPr lang="en-US" altLang="zh-CN" dirty="0"/>
                  <a:t>Select * from t1,t2 where t1.c1=t2.c1;</a:t>
                </a:r>
                <a:endParaRPr lang="zh-CN" altLang="en-US" dirty="0"/>
              </a:p>
            </p:txBody>
          </p:sp>
        </p:grpSp>
        <p:sp>
          <p:nvSpPr>
            <p:cNvPr id="30" name="箭头: 下 29">
              <a:extLst>
                <a:ext uri="{FF2B5EF4-FFF2-40B4-BE49-F238E27FC236}">
                  <a16:creationId xmlns:a16="http://schemas.microsoft.com/office/drawing/2014/main" id="{1ADC03B9-64AE-24B2-AC76-A91B4AFDD616}"/>
                </a:ext>
              </a:extLst>
            </p:cNvPr>
            <p:cNvSpPr/>
            <p:nvPr/>
          </p:nvSpPr>
          <p:spPr bwMode="auto">
            <a:xfrm>
              <a:off x="3879669" y="5499463"/>
              <a:ext cx="385354" cy="642004"/>
            </a:xfrm>
            <a:prstGeom prst="downArrow">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3525757366"/>
      </p:ext>
    </p:extLst>
  </p:cSld>
  <p:clrMapOvr>
    <a:masterClrMapping/>
  </p:clrMapOvr>
  <p:transition advClick="0" advTm="8000">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C63B-5714-2090-CFCA-720E26ECD7D2}"/>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963C18A2-BCC6-41E4-E2DA-762C0BBE4D10}"/>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优化器（查询重写</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选择下推和等价推理）</a:t>
            </a:r>
          </a:p>
        </p:txBody>
      </p:sp>
      <p:sp>
        <p:nvSpPr>
          <p:cNvPr id="5" name="文本框 4">
            <a:extLst>
              <a:ext uri="{FF2B5EF4-FFF2-40B4-BE49-F238E27FC236}">
                <a16:creationId xmlns:a16="http://schemas.microsoft.com/office/drawing/2014/main" id="{C0F8FCAF-8733-CB16-668D-09A450C82E09}"/>
              </a:ext>
            </a:extLst>
          </p:cNvPr>
          <p:cNvSpPr txBox="1"/>
          <p:nvPr/>
        </p:nvSpPr>
        <p:spPr>
          <a:xfrm>
            <a:off x="973183" y="1004793"/>
            <a:ext cx="11038113" cy="96616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nSpc>
                <a:spcPct val="150000"/>
              </a:lnSpc>
            </a:pPr>
            <a:r>
              <a:rPr lang="zh-CN" altLang="en-US" sz="2000" b="1" dirty="0">
                <a:solidFill>
                  <a:srgbClr val="FF0000"/>
                </a:solidFill>
              </a:rPr>
              <a:t>选择下推和等价推理：</a:t>
            </a:r>
            <a:r>
              <a:rPr lang="zh-CN" altLang="en-US" sz="2000" dirty="0"/>
              <a:t>选择下推能够极大降低上层算子的计算量，从而达到优化的效果，如果选择条件存在等值操作，那么可以借助等值操作的特性来实现等价推理，从而获得新的选择条件。</a:t>
            </a:r>
            <a:endParaRPr lang="en-US" altLang="zh-CN" sz="2000" dirty="0"/>
          </a:p>
        </p:txBody>
      </p:sp>
      <p:grpSp>
        <p:nvGrpSpPr>
          <p:cNvPr id="20" name="组合 19">
            <a:extLst>
              <a:ext uri="{FF2B5EF4-FFF2-40B4-BE49-F238E27FC236}">
                <a16:creationId xmlns:a16="http://schemas.microsoft.com/office/drawing/2014/main" id="{B89CAA68-DC21-A6B7-1969-B71E562192BB}"/>
              </a:ext>
            </a:extLst>
          </p:cNvPr>
          <p:cNvGrpSpPr/>
          <p:nvPr/>
        </p:nvGrpSpPr>
        <p:grpSpPr>
          <a:xfrm>
            <a:off x="1378131" y="2156159"/>
            <a:ext cx="6276702" cy="418012"/>
            <a:chOff x="1273629" y="4121332"/>
            <a:chExt cx="4918165" cy="418012"/>
          </a:xfrm>
        </p:grpSpPr>
        <p:sp>
          <p:nvSpPr>
            <p:cNvPr id="21" name="矩形 20">
              <a:extLst>
                <a:ext uri="{FF2B5EF4-FFF2-40B4-BE49-F238E27FC236}">
                  <a16:creationId xmlns:a16="http://schemas.microsoft.com/office/drawing/2014/main" id="{9A2E6EE7-BA49-ECBE-4B6F-A6AC27194157}"/>
                </a:ext>
              </a:extLst>
            </p:cNvPr>
            <p:cNvSpPr/>
            <p:nvPr/>
          </p:nvSpPr>
          <p:spPr bwMode="auto">
            <a:xfrm>
              <a:off x="1273629" y="4121332"/>
              <a:ext cx="4918165" cy="418012"/>
            </a:xfrm>
            <a:prstGeom prst="rect">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2" name="文本框 21">
              <a:extLst>
                <a:ext uri="{FF2B5EF4-FFF2-40B4-BE49-F238E27FC236}">
                  <a16:creationId xmlns:a16="http://schemas.microsoft.com/office/drawing/2014/main" id="{AF729DD7-6AE5-16BD-0693-A1B22A4408E3}"/>
                </a:ext>
              </a:extLst>
            </p:cNvPr>
            <p:cNvSpPr txBox="1"/>
            <p:nvPr/>
          </p:nvSpPr>
          <p:spPr>
            <a:xfrm>
              <a:off x="1273629" y="4153366"/>
              <a:ext cx="4918165" cy="353943"/>
            </a:xfrm>
            <a:prstGeom prst="rect">
              <a:avLst/>
            </a:prstGeom>
            <a:noFill/>
          </p:spPr>
          <p:txBody>
            <a:bodyPr wrap="square" rtlCol="0">
              <a:spAutoFit/>
            </a:bodyPr>
            <a:lstStyle/>
            <a:p>
              <a:r>
                <a:rPr lang="en-US" altLang="zh-CN" dirty="0"/>
                <a:t>Select t1.c1,t2.c1</a:t>
              </a:r>
              <a:r>
                <a:rPr lang="zh-CN" altLang="en-US" dirty="0"/>
                <a:t> </a:t>
              </a:r>
              <a:r>
                <a:rPr lang="en-US" altLang="zh-CN" dirty="0"/>
                <a:t>from</a:t>
              </a:r>
              <a:r>
                <a:rPr lang="zh-CN" altLang="en-US" dirty="0"/>
                <a:t> </a:t>
              </a:r>
              <a:r>
                <a:rPr lang="en-US" altLang="zh-CN" dirty="0"/>
                <a:t>t1</a:t>
              </a:r>
              <a:r>
                <a:rPr lang="zh-CN" altLang="en-US" dirty="0"/>
                <a:t> </a:t>
              </a:r>
              <a:r>
                <a:rPr lang="en-US" altLang="zh-CN" dirty="0"/>
                <a:t>join t2 on t1.cq=t2.c1 where t1.c1=1;</a:t>
              </a:r>
              <a:endParaRPr lang="zh-CN" altLang="en-US" dirty="0"/>
            </a:p>
          </p:txBody>
        </p:sp>
      </p:grpSp>
      <p:grpSp>
        <p:nvGrpSpPr>
          <p:cNvPr id="19" name="组合 18">
            <a:extLst>
              <a:ext uri="{FF2B5EF4-FFF2-40B4-BE49-F238E27FC236}">
                <a16:creationId xmlns:a16="http://schemas.microsoft.com/office/drawing/2014/main" id="{E9334FFD-E3C2-AF58-804A-7D6A66D1595D}"/>
              </a:ext>
            </a:extLst>
          </p:cNvPr>
          <p:cNvGrpSpPr/>
          <p:nvPr/>
        </p:nvGrpSpPr>
        <p:grpSpPr>
          <a:xfrm>
            <a:off x="1151709" y="3024051"/>
            <a:ext cx="1460862" cy="2626484"/>
            <a:chOff x="1151709" y="3024051"/>
            <a:chExt cx="1460862" cy="2626484"/>
          </a:xfrm>
        </p:grpSpPr>
        <p:sp>
          <p:nvSpPr>
            <p:cNvPr id="2" name="文本框 1">
              <a:extLst>
                <a:ext uri="{FF2B5EF4-FFF2-40B4-BE49-F238E27FC236}">
                  <a16:creationId xmlns:a16="http://schemas.microsoft.com/office/drawing/2014/main" id="{39149467-8655-FF0A-1D37-A52D46EC997B}"/>
                </a:ext>
              </a:extLst>
            </p:cNvPr>
            <p:cNvSpPr txBox="1"/>
            <p:nvPr/>
          </p:nvSpPr>
          <p:spPr>
            <a:xfrm>
              <a:off x="1221377" y="3024051"/>
              <a:ext cx="1391194" cy="353943"/>
            </a:xfrm>
            <a:prstGeom prst="rect">
              <a:avLst/>
            </a:prstGeom>
            <a:noFill/>
          </p:spPr>
          <p:txBody>
            <a:bodyPr wrap="square" rtlCol="0">
              <a:spAutoFit/>
            </a:bodyPr>
            <a:lstStyle/>
            <a:p>
              <a:r>
                <a:rPr lang="el-GR" altLang="zh-CN" dirty="0"/>
                <a:t>π</a:t>
              </a:r>
              <a:r>
                <a:rPr lang="en-US" altLang="zh-CN" dirty="0"/>
                <a:t>(t1.c1,t2.c1)</a:t>
              </a:r>
              <a:endParaRPr lang="zh-CN" altLang="en-US" dirty="0"/>
            </a:p>
          </p:txBody>
        </p:sp>
        <p:sp>
          <p:nvSpPr>
            <p:cNvPr id="3" name="文本框 2">
              <a:extLst>
                <a:ext uri="{FF2B5EF4-FFF2-40B4-BE49-F238E27FC236}">
                  <a16:creationId xmlns:a16="http://schemas.microsoft.com/office/drawing/2014/main" id="{E3984E29-2ADC-4871-2F67-6D1D865E5843}"/>
                </a:ext>
              </a:extLst>
            </p:cNvPr>
            <p:cNvSpPr txBox="1"/>
            <p:nvPr/>
          </p:nvSpPr>
          <p:spPr>
            <a:xfrm>
              <a:off x="1221377" y="3716824"/>
              <a:ext cx="1391194" cy="353943"/>
            </a:xfrm>
            <a:prstGeom prst="rect">
              <a:avLst/>
            </a:prstGeom>
            <a:noFill/>
          </p:spPr>
          <p:txBody>
            <a:bodyPr wrap="square" rtlCol="0">
              <a:spAutoFit/>
            </a:bodyPr>
            <a:lstStyle/>
            <a:p>
              <a:r>
                <a:rPr lang="el-GR" altLang="zh-CN" dirty="0"/>
                <a:t>σ</a:t>
              </a:r>
              <a:r>
                <a:rPr lang="en-US" altLang="zh-CN" dirty="0"/>
                <a:t>(t1.c1=1)</a:t>
              </a:r>
              <a:endParaRPr lang="zh-CN" altLang="en-US" dirty="0"/>
            </a:p>
          </p:txBody>
        </p:sp>
        <p:sp>
          <p:nvSpPr>
            <p:cNvPr id="6" name="文本框 5">
              <a:extLst>
                <a:ext uri="{FF2B5EF4-FFF2-40B4-BE49-F238E27FC236}">
                  <a16:creationId xmlns:a16="http://schemas.microsoft.com/office/drawing/2014/main" id="{EC18BADE-8C76-2DBA-B85F-A9F1394A855F}"/>
                </a:ext>
              </a:extLst>
            </p:cNvPr>
            <p:cNvSpPr txBox="1"/>
            <p:nvPr/>
          </p:nvSpPr>
          <p:spPr>
            <a:xfrm>
              <a:off x="1151709" y="4544459"/>
              <a:ext cx="1391194" cy="353943"/>
            </a:xfrm>
            <a:prstGeom prst="rect">
              <a:avLst/>
            </a:prstGeom>
            <a:noFill/>
          </p:spPr>
          <p:txBody>
            <a:bodyPr wrap="square" rtlCol="0">
              <a:spAutoFit/>
            </a:bodyPr>
            <a:lstStyle/>
            <a:p>
              <a:r>
                <a:rPr lang="en-US" altLang="zh-CN" dirty="0"/>
                <a:t>X(t1.c1=t2.c1)</a:t>
              </a:r>
              <a:endParaRPr lang="zh-CN" altLang="en-US" dirty="0"/>
            </a:p>
          </p:txBody>
        </p:sp>
        <p:sp>
          <p:nvSpPr>
            <p:cNvPr id="10" name="文本框 2">
              <a:extLst>
                <a:ext uri="{FF2B5EF4-FFF2-40B4-BE49-F238E27FC236}">
                  <a16:creationId xmlns:a16="http://schemas.microsoft.com/office/drawing/2014/main" id="{E3984E29-2ADC-4871-2F67-6D1D865E5843}"/>
                </a:ext>
              </a:extLst>
            </p:cNvPr>
            <p:cNvSpPr txBox="1"/>
            <p:nvPr/>
          </p:nvSpPr>
          <p:spPr>
            <a:xfrm>
              <a:off x="1151709" y="5296592"/>
              <a:ext cx="1323702" cy="353943"/>
            </a:xfrm>
            <a:prstGeom prst="rect">
              <a:avLst/>
            </a:prstGeom>
            <a:noFill/>
          </p:spPr>
          <p:txBody>
            <a:bodyPr wrap="square" rtlCol="0">
              <a:spAutoFit/>
            </a:bodyPr>
            <a:lstStyle>
              <a:defPPr>
                <a:defRPr lang="en-US"/>
              </a:defPPr>
              <a:lvl1pPr marL="0" algn="l" defTabSz="864235" rtl="0" eaLnBrk="1" latinLnBrk="0" hangingPunct="1">
                <a:defRPr sz="1700" kern="1200">
                  <a:solidFill>
                    <a:schemeClr val="tx1"/>
                  </a:solidFill>
                  <a:latin typeface="+mn-lt"/>
                  <a:ea typeface="+mn-ea"/>
                  <a:cs typeface="+mn-cs"/>
                </a:defRPr>
              </a:lvl1pPr>
              <a:lvl2pPr marL="431800" algn="l" defTabSz="864235" rtl="0" eaLnBrk="1" latinLnBrk="0" hangingPunct="1">
                <a:defRPr sz="1700" kern="1200">
                  <a:solidFill>
                    <a:schemeClr val="tx1"/>
                  </a:solidFill>
                  <a:latin typeface="+mn-lt"/>
                  <a:ea typeface="+mn-ea"/>
                  <a:cs typeface="+mn-cs"/>
                </a:defRPr>
              </a:lvl2pPr>
              <a:lvl3pPr marL="864235" algn="l" defTabSz="864235" rtl="0" eaLnBrk="1" latinLnBrk="0" hangingPunct="1">
                <a:defRPr sz="1700" kern="1200">
                  <a:solidFill>
                    <a:schemeClr val="tx1"/>
                  </a:solidFill>
                  <a:latin typeface="+mn-lt"/>
                  <a:ea typeface="+mn-ea"/>
                  <a:cs typeface="+mn-cs"/>
                </a:defRPr>
              </a:lvl3pPr>
              <a:lvl4pPr marL="1296035" algn="l" defTabSz="864235" rtl="0" eaLnBrk="1" latinLnBrk="0" hangingPunct="1">
                <a:defRPr sz="1700" kern="1200">
                  <a:solidFill>
                    <a:schemeClr val="tx1"/>
                  </a:solidFill>
                  <a:latin typeface="+mn-lt"/>
                  <a:ea typeface="+mn-ea"/>
                  <a:cs typeface="+mn-cs"/>
                </a:defRPr>
              </a:lvl4pPr>
              <a:lvl5pPr marL="1727835" algn="l" defTabSz="864235" rtl="0" eaLnBrk="1" latinLnBrk="0" hangingPunct="1">
                <a:defRPr sz="1700" kern="1200">
                  <a:solidFill>
                    <a:schemeClr val="tx1"/>
                  </a:solidFill>
                  <a:latin typeface="+mn-lt"/>
                  <a:ea typeface="+mn-ea"/>
                  <a:cs typeface="+mn-cs"/>
                </a:defRPr>
              </a:lvl5pPr>
              <a:lvl6pPr marL="2160270" algn="l" defTabSz="864235" rtl="0" eaLnBrk="1" latinLnBrk="0" hangingPunct="1">
                <a:defRPr sz="1700" kern="1200">
                  <a:solidFill>
                    <a:schemeClr val="tx1"/>
                  </a:solidFill>
                  <a:latin typeface="+mn-lt"/>
                  <a:ea typeface="+mn-ea"/>
                  <a:cs typeface="+mn-cs"/>
                </a:defRPr>
              </a:lvl6pPr>
              <a:lvl7pPr marL="2592070" algn="l" defTabSz="864235" rtl="0" eaLnBrk="1" latinLnBrk="0" hangingPunct="1">
                <a:defRPr sz="1700" kern="1200">
                  <a:solidFill>
                    <a:schemeClr val="tx1"/>
                  </a:solidFill>
                  <a:latin typeface="+mn-lt"/>
                  <a:ea typeface="+mn-ea"/>
                  <a:cs typeface="+mn-cs"/>
                </a:defRPr>
              </a:lvl7pPr>
              <a:lvl8pPr marL="3023870" algn="l" defTabSz="864235" rtl="0" eaLnBrk="1" latinLnBrk="0" hangingPunct="1">
                <a:defRPr sz="1700" kern="1200">
                  <a:solidFill>
                    <a:schemeClr val="tx1"/>
                  </a:solidFill>
                  <a:latin typeface="+mn-lt"/>
                  <a:ea typeface="+mn-ea"/>
                  <a:cs typeface="+mn-cs"/>
                </a:defRPr>
              </a:lvl8pPr>
              <a:lvl9pPr marL="3456305" algn="l" defTabSz="864235" rtl="0" eaLnBrk="1" latinLnBrk="0" hangingPunct="1">
                <a:defRPr sz="1700" kern="1200">
                  <a:solidFill>
                    <a:schemeClr val="tx1"/>
                  </a:solidFill>
                  <a:latin typeface="+mn-lt"/>
                  <a:ea typeface="+mn-ea"/>
                  <a:cs typeface="+mn-cs"/>
                </a:defRPr>
              </a:lvl9pPr>
            </a:lstStyle>
            <a:p>
              <a:r>
                <a:rPr lang="en-US" altLang="zh-CN" dirty="0"/>
                <a:t>t1              t2</a:t>
              </a:r>
              <a:endParaRPr lang="zh-CN" altLang="en-US" dirty="0"/>
            </a:p>
          </p:txBody>
        </p:sp>
        <p:cxnSp>
          <p:nvCxnSpPr>
            <p:cNvPr id="12" name="直接连接符 11">
              <a:extLst>
                <a:ext uri="{FF2B5EF4-FFF2-40B4-BE49-F238E27FC236}">
                  <a16:creationId xmlns:a16="http://schemas.microsoft.com/office/drawing/2014/main" id="{BCB7FBE2-EBBB-D373-68A4-6D528F9E6D81}"/>
                </a:ext>
              </a:extLst>
            </p:cNvPr>
            <p:cNvCxnSpPr>
              <a:cxnSpLocks/>
            </p:cNvCxnSpPr>
            <p:nvPr/>
          </p:nvCxnSpPr>
          <p:spPr bwMode="auto">
            <a:xfrm>
              <a:off x="1753689" y="3377994"/>
              <a:ext cx="0" cy="338830"/>
            </a:xfrm>
            <a:prstGeom prst="line">
              <a:avLst/>
            </a:prstGeom>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D83078C7-CA31-16EA-7C64-4B1BA9D41609}"/>
                </a:ext>
              </a:extLst>
            </p:cNvPr>
            <p:cNvCxnSpPr>
              <a:cxnSpLocks/>
            </p:cNvCxnSpPr>
            <p:nvPr/>
          </p:nvCxnSpPr>
          <p:spPr bwMode="auto">
            <a:xfrm>
              <a:off x="1753689" y="4070767"/>
              <a:ext cx="0" cy="560016"/>
            </a:xfrm>
            <a:prstGeom prst="line">
              <a:avLst/>
            </a:prstGeom>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80553645-E483-02D2-1F38-B386310DD25A}"/>
                </a:ext>
              </a:extLst>
            </p:cNvPr>
            <p:cNvCxnSpPr>
              <a:cxnSpLocks/>
            </p:cNvCxnSpPr>
            <p:nvPr/>
          </p:nvCxnSpPr>
          <p:spPr bwMode="auto">
            <a:xfrm flipH="1">
              <a:off x="1378131" y="4898402"/>
              <a:ext cx="375558" cy="398190"/>
            </a:xfrm>
            <a:prstGeom prst="line">
              <a:avLst/>
            </a:prstGeom>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15C795AC-B4C5-C5F4-6064-F0212C837D7A}"/>
                </a:ext>
              </a:extLst>
            </p:cNvPr>
            <p:cNvCxnSpPr>
              <a:cxnSpLocks/>
            </p:cNvCxnSpPr>
            <p:nvPr/>
          </p:nvCxnSpPr>
          <p:spPr bwMode="auto">
            <a:xfrm>
              <a:off x="1753689" y="4898402"/>
              <a:ext cx="362494" cy="398190"/>
            </a:xfrm>
            <a:prstGeom prst="line">
              <a:avLst/>
            </a:prstGeom>
          </p:spPr>
          <p:style>
            <a:lnRef idx="1">
              <a:schemeClr val="dk1"/>
            </a:lnRef>
            <a:fillRef idx="0">
              <a:schemeClr val="dk1"/>
            </a:fillRef>
            <a:effectRef idx="0">
              <a:schemeClr val="dk1"/>
            </a:effectRef>
            <a:fontRef idx="minor">
              <a:schemeClr val="tx1"/>
            </a:fontRef>
          </p:style>
        </p:cxnSp>
      </p:grpSp>
      <p:sp>
        <p:nvSpPr>
          <p:cNvPr id="32" name="文本框 31">
            <a:extLst>
              <a:ext uri="{FF2B5EF4-FFF2-40B4-BE49-F238E27FC236}">
                <a16:creationId xmlns:a16="http://schemas.microsoft.com/office/drawing/2014/main" id="{18D33E97-BC6E-E5E4-902A-62A91678BA21}"/>
              </a:ext>
            </a:extLst>
          </p:cNvPr>
          <p:cNvSpPr txBox="1"/>
          <p:nvPr/>
        </p:nvSpPr>
        <p:spPr>
          <a:xfrm>
            <a:off x="1066800" y="5720665"/>
            <a:ext cx="1476103" cy="461665"/>
          </a:xfrm>
          <a:prstGeom prst="rect">
            <a:avLst/>
          </a:prstGeom>
          <a:noFill/>
        </p:spPr>
        <p:txBody>
          <a:bodyPr wrap="square" rtlCol="0">
            <a:spAutoFit/>
          </a:bodyPr>
          <a:lstStyle/>
          <a:p>
            <a:r>
              <a:rPr lang="zh-CN" altLang="en-US" sz="1200" dirty="0"/>
              <a:t>语法分析之后产生的关系代数表达式</a:t>
            </a:r>
          </a:p>
        </p:txBody>
      </p:sp>
      <p:grpSp>
        <p:nvGrpSpPr>
          <p:cNvPr id="50" name="组合 49">
            <a:extLst>
              <a:ext uri="{FF2B5EF4-FFF2-40B4-BE49-F238E27FC236}">
                <a16:creationId xmlns:a16="http://schemas.microsoft.com/office/drawing/2014/main" id="{9688C32C-8D47-0A10-0328-03977EE1B3CC}"/>
              </a:ext>
            </a:extLst>
          </p:cNvPr>
          <p:cNvGrpSpPr/>
          <p:nvPr/>
        </p:nvGrpSpPr>
        <p:grpSpPr>
          <a:xfrm>
            <a:off x="3628208" y="3081499"/>
            <a:ext cx="1920240" cy="2626484"/>
            <a:chOff x="3628208" y="3081499"/>
            <a:chExt cx="1920240" cy="2626484"/>
          </a:xfrm>
        </p:grpSpPr>
        <p:grpSp>
          <p:nvGrpSpPr>
            <p:cNvPr id="33" name="组合 32">
              <a:extLst>
                <a:ext uri="{FF2B5EF4-FFF2-40B4-BE49-F238E27FC236}">
                  <a16:creationId xmlns:a16="http://schemas.microsoft.com/office/drawing/2014/main" id="{BC5F7308-11B4-A08F-9CE4-61D62C6F0655}"/>
                </a:ext>
              </a:extLst>
            </p:cNvPr>
            <p:cNvGrpSpPr/>
            <p:nvPr/>
          </p:nvGrpSpPr>
          <p:grpSpPr>
            <a:xfrm>
              <a:off x="3628208" y="3081499"/>
              <a:ext cx="1920240" cy="2626484"/>
              <a:chOff x="814251" y="3024051"/>
              <a:chExt cx="1920240" cy="2626484"/>
            </a:xfrm>
          </p:grpSpPr>
          <p:sp>
            <p:nvSpPr>
              <p:cNvPr id="34" name="文本框 33">
                <a:extLst>
                  <a:ext uri="{FF2B5EF4-FFF2-40B4-BE49-F238E27FC236}">
                    <a16:creationId xmlns:a16="http://schemas.microsoft.com/office/drawing/2014/main" id="{A5D0E25E-D1DA-FB14-2764-80F527F88B97}"/>
                  </a:ext>
                </a:extLst>
              </p:cNvPr>
              <p:cNvSpPr txBox="1"/>
              <p:nvPr/>
            </p:nvSpPr>
            <p:spPr>
              <a:xfrm>
                <a:off x="1221377" y="3024051"/>
                <a:ext cx="1391194" cy="353943"/>
              </a:xfrm>
              <a:prstGeom prst="rect">
                <a:avLst/>
              </a:prstGeom>
              <a:noFill/>
            </p:spPr>
            <p:txBody>
              <a:bodyPr wrap="square" rtlCol="0">
                <a:spAutoFit/>
              </a:bodyPr>
              <a:lstStyle/>
              <a:p>
                <a:r>
                  <a:rPr lang="el-GR" altLang="zh-CN" dirty="0"/>
                  <a:t>π</a:t>
                </a:r>
                <a:r>
                  <a:rPr lang="en-US" altLang="zh-CN" dirty="0"/>
                  <a:t>(t1.c1,t2.c1)</a:t>
                </a:r>
                <a:endParaRPr lang="zh-CN" altLang="en-US" dirty="0"/>
              </a:p>
            </p:txBody>
          </p:sp>
          <p:sp>
            <p:nvSpPr>
              <p:cNvPr id="35" name="文本框 34">
                <a:extLst>
                  <a:ext uri="{FF2B5EF4-FFF2-40B4-BE49-F238E27FC236}">
                    <a16:creationId xmlns:a16="http://schemas.microsoft.com/office/drawing/2014/main" id="{0B4C9892-2784-7FF1-8E60-D864E25CEFFC}"/>
                  </a:ext>
                </a:extLst>
              </p:cNvPr>
              <p:cNvSpPr txBox="1"/>
              <p:nvPr/>
            </p:nvSpPr>
            <p:spPr>
              <a:xfrm>
                <a:off x="1221377" y="3716824"/>
                <a:ext cx="1391194" cy="353943"/>
              </a:xfrm>
              <a:prstGeom prst="rect">
                <a:avLst/>
              </a:prstGeom>
              <a:noFill/>
            </p:spPr>
            <p:txBody>
              <a:bodyPr wrap="square" rtlCol="0">
                <a:spAutoFit/>
              </a:bodyPr>
              <a:lstStyle/>
              <a:p>
                <a:r>
                  <a:rPr lang="en-US" altLang="zh-CN" dirty="0"/>
                  <a:t>X(t1.c1=t2.c1</a:t>
                </a:r>
                <a:r>
                  <a:rPr lang="zh-CN" altLang="en-US" dirty="0"/>
                  <a:t>）</a:t>
                </a:r>
              </a:p>
            </p:txBody>
          </p:sp>
          <p:sp>
            <p:nvSpPr>
              <p:cNvPr id="36" name="文本框 35">
                <a:extLst>
                  <a:ext uri="{FF2B5EF4-FFF2-40B4-BE49-F238E27FC236}">
                    <a16:creationId xmlns:a16="http://schemas.microsoft.com/office/drawing/2014/main" id="{0A25A6FD-B0BC-8CE2-5992-AE1A77C90BCE}"/>
                  </a:ext>
                </a:extLst>
              </p:cNvPr>
              <p:cNvSpPr txBox="1"/>
              <p:nvPr/>
            </p:nvSpPr>
            <p:spPr>
              <a:xfrm>
                <a:off x="814251" y="4523941"/>
                <a:ext cx="1391194" cy="353943"/>
              </a:xfrm>
              <a:prstGeom prst="rect">
                <a:avLst/>
              </a:prstGeom>
              <a:noFill/>
            </p:spPr>
            <p:txBody>
              <a:bodyPr wrap="square" rtlCol="0">
                <a:spAutoFit/>
              </a:bodyPr>
              <a:lstStyle/>
              <a:p>
                <a:r>
                  <a:rPr lang="el-GR" altLang="zh-CN" dirty="0"/>
                  <a:t>σ</a:t>
                </a:r>
                <a:r>
                  <a:rPr lang="en-US" altLang="zh-CN" dirty="0"/>
                  <a:t>(t1.c1=1)</a:t>
                </a:r>
                <a:endParaRPr lang="zh-CN" altLang="en-US" dirty="0"/>
              </a:p>
            </p:txBody>
          </p:sp>
          <p:sp>
            <p:nvSpPr>
              <p:cNvPr id="37" name="文本框 2">
                <a:extLst>
                  <a:ext uri="{FF2B5EF4-FFF2-40B4-BE49-F238E27FC236}">
                    <a16:creationId xmlns:a16="http://schemas.microsoft.com/office/drawing/2014/main" id="{99A1814B-BA8F-73CC-0D77-C48BA0A7FFA0}"/>
                  </a:ext>
                </a:extLst>
              </p:cNvPr>
              <p:cNvSpPr txBox="1"/>
              <p:nvPr/>
            </p:nvSpPr>
            <p:spPr>
              <a:xfrm>
                <a:off x="1151709" y="5296592"/>
                <a:ext cx="1582782" cy="353943"/>
              </a:xfrm>
              <a:prstGeom prst="rect">
                <a:avLst/>
              </a:prstGeom>
              <a:noFill/>
            </p:spPr>
            <p:txBody>
              <a:bodyPr wrap="square" rtlCol="0">
                <a:spAutoFit/>
              </a:bodyPr>
              <a:lstStyle>
                <a:defPPr>
                  <a:defRPr lang="en-US"/>
                </a:defPPr>
                <a:lvl1pPr marL="0" algn="l" defTabSz="864235" rtl="0" eaLnBrk="1" latinLnBrk="0" hangingPunct="1">
                  <a:defRPr sz="1700" kern="1200">
                    <a:solidFill>
                      <a:schemeClr val="tx1"/>
                    </a:solidFill>
                    <a:latin typeface="+mn-lt"/>
                    <a:ea typeface="+mn-ea"/>
                    <a:cs typeface="+mn-cs"/>
                  </a:defRPr>
                </a:lvl1pPr>
                <a:lvl2pPr marL="431800" algn="l" defTabSz="864235" rtl="0" eaLnBrk="1" latinLnBrk="0" hangingPunct="1">
                  <a:defRPr sz="1700" kern="1200">
                    <a:solidFill>
                      <a:schemeClr val="tx1"/>
                    </a:solidFill>
                    <a:latin typeface="+mn-lt"/>
                    <a:ea typeface="+mn-ea"/>
                    <a:cs typeface="+mn-cs"/>
                  </a:defRPr>
                </a:lvl2pPr>
                <a:lvl3pPr marL="864235" algn="l" defTabSz="864235" rtl="0" eaLnBrk="1" latinLnBrk="0" hangingPunct="1">
                  <a:defRPr sz="1700" kern="1200">
                    <a:solidFill>
                      <a:schemeClr val="tx1"/>
                    </a:solidFill>
                    <a:latin typeface="+mn-lt"/>
                    <a:ea typeface="+mn-ea"/>
                    <a:cs typeface="+mn-cs"/>
                  </a:defRPr>
                </a:lvl3pPr>
                <a:lvl4pPr marL="1296035" algn="l" defTabSz="864235" rtl="0" eaLnBrk="1" latinLnBrk="0" hangingPunct="1">
                  <a:defRPr sz="1700" kern="1200">
                    <a:solidFill>
                      <a:schemeClr val="tx1"/>
                    </a:solidFill>
                    <a:latin typeface="+mn-lt"/>
                    <a:ea typeface="+mn-ea"/>
                    <a:cs typeface="+mn-cs"/>
                  </a:defRPr>
                </a:lvl4pPr>
                <a:lvl5pPr marL="1727835" algn="l" defTabSz="864235" rtl="0" eaLnBrk="1" latinLnBrk="0" hangingPunct="1">
                  <a:defRPr sz="1700" kern="1200">
                    <a:solidFill>
                      <a:schemeClr val="tx1"/>
                    </a:solidFill>
                    <a:latin typeface="+mn-lt"/>
                    <a:ea typeface="+mn-ea"/>
                    <a:cs typeface="+mn-cs"/>
                  </a:defRPr>
                </a:lvl5pPr>
                <a:lvl6pPr marL="2160270" algn="l" defTabSz="864235" rtl="0" eaLnBrk="1" latinLnBrk="0" hangingPunct="1">
                  <a:defRPr sz="1700" kern="1200">
                    <a:solidFill>
                      <a:schemeClr val="tx1"/>
                    </a:solidFill>
                    <a:latin typeface="+mn-lt"/>
                    <a:ea typeface="+mn-ea"/>
                    <a:cs typeface="+mn-cs"/>
                  </a:defRPr>
                </a:lvl6pPr>
                <a:lvl7pPr marL="2592070" algn="l" defTabSz="864235" rtl="0" eaLnBrk="1" latinLnBrk="0" hangingPunct="1">
                  <a:defRPr sz="1700" kern="1200">
                    <a:solidFill>
                      <a:schemeClr val="tx1"/>
                    </a:solidFill>
                    <a:latin typeface="+mn-lt"/>
                    <a:ea typeface="+mn-ea"/>
                    <a:cs typeface="+mn-cs"/>
                  </a:defRPr>
                </a:lvl7pPr>
                <a:lvl8pPr marL="3023870" algn="l" defTabSz="864235" rtl="0" eaLnBrk="1" latinLnBrk="0" hangingPunct="1">
                  <a:defRPr sz="1700" kern="1200">
                    <a:solidFill>
                      <a:schemeClr val="tx1"/>
                    </a:solidFill>
                    <a:latin typeface="+mn-lt"/>
                    <a:ea typeface="+mn-ea"/>
                    <a:cs typeface="+mn-cs"/>
                  </a:defRPr>
                </a:lvl8pPr>
                <a:lvl9pPr marL="3456305" algn="l" defTabSz="864235" rtl="0" eaLnBrk="1" latinLnBrk="0" hangingPunct="1">
                  <a:defRPr sz="1700" kern="1200">
                    <a:solidFill>
                      <a:schemeClr val="tx1"/>
                    </a:solidFill>
                    <a:latin typeface="+mn-lt"/>
                    <a:ea typeface="+mn-ea"/>
                    <a:cs typeface="+mn-cs"/>
                  </a:defRPr>
                </a:lvl9pPr>
              </a:lstStyle>
              <a:p>
                <a:r>
                  <a:rPr lang="en-US" altLang="zh-CN" dirty="0"/>
                  <a:t>t1                   t2</a:t>
                </a:r>
                <a:endParaRPr lang="zh-CN" altLang="en-US" dirty="0"/>
              </a:p>
            </p:txBody>
          </p:sp>
          <p:cxnSp>
            <p:nvCxnSpPr>
              <p:cNvPr id="38" name="直接连接符 37">
                <a:extLst>
                  <a:ext uri="{FF2B5EF4-FFF2-40B4-BE49-F238E27FC236}">
                    <a16:creationId xmlns:a16="http://schemas.microsoft.com/office/drawing/2014/main" id="{599D1BC1-9863-D657-B594-3FA4C40808AA}"/>
                  </a:ext>
                </a:extLst>
              </p:cNvPr>
              <p:cNvCxnSpPr>
                <a:cxnSpLocks/>
              </p:cNvCxnSpPr>
              <p:nvPr/>
            </p:nvCxnSpPr>
            <p:spPr bwMode="auto">
              <a:xfrm>
                <a:off x="1753689" y="3377994"/>
                <a:ext cx="0" cy="338830"/>
              </a:xfrm>
              <a:prstGeom prst="line">
                <a:avLst/>
              </a:prstGeom>
            </p:spPr>
            <p:style>
              <a:lnRef idx="1">
                <a:schemeClr val="dk1"/>
              </a:lnRef>
              <a:fillRef idx="0">
                <a:schemeClr val="dk1"/>
              </a:fillRef>
              <a:effectRef idx="0">
                <a:schemeClr val="dk1"/>
              </a:effectRef>
              <a:fontRef idx="minor">
                <a:schemeClr val="tx1"/>
              </a:fontRef>
            </p:style>
          </p:cxnSp>
          <p:cxnSp>
            <p:nvCxnSpPr>
              <p:cNvPr id="39" name="直接连接符 38">
                <a:extLst>
                  <a:ext uri="{FF2B5EF4-FFF2-40B4-BE49-F238E27FC236}">
                    <a16:creationId xmlns:a16="http://schemas.microsoft.com/office/drawing/2014/main" id="{46EF40FC-29DD-C90C-7907-82114624A5BC}"/>
                  </a:ext>
                </a:extLst>
              </p:cNvPr>
              <p:cNvCxnSpPr>
                <a:cxnSpLocks/>
                <a:endCxn id="36" idx="0"/>
              </p:cNvCxnSpPr>
              <p:nvPr/>
            </p:nvCxnSpPr>
            <p:spPr bwMode="auto">
              <a:xfrm flipH="1">
                <a:off x="1509848" y="4070767"/>
                <a:ext cx="243840" cy="453174"/>
              </a:xfrm>
              <a:prstGeom prst="line">
                <a:avLst/>
              </a:prstGeom>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35375C3E-4759-38B9-A13A-F74376013B19}"/>
                  </a:ext>
                </a:extLst>
              </p:cNvPr>
              <p:cNvCxnSpPr>
                <a:cxnSpLocks/>
              </p:cNvCxnSpPr>
              <p:nvPr/>
            </p:nvCxnSpPr>
            <p:spPr bwMode="auto">
              <a:xfrm>
                <a:off x="1378131" y="4828272"/>
                <a:ext cx="0" cy="468320"/>
              </a:xfrm>
              <a:prstGeom prst="line">
                <a:avLst/>
              </a:prstGeom>
            </p:spPr>
            <p:style>
              <a:lnRef idx="1">
                <a:schemeClr val="dk1"/>
              </a:lnRef>
              <a:fillRef idx="0">
                <a:schemeClr val="dk1"/>
              </a:fillRef>
              <a:effectRef idx="0">
                <a:schemeClr val="dk1"/>
              </a:effectRef>
              <a:fontRef idx="minor">
                <a:schemeClr val="tx1"/>
              </a:fontRef>
            </p:style>
          </p:cxnSp>
        </p:grpSp>
        <p:cxnSp>
          <p:nvCxnSpPr>
            <p:cNvPr id="43" name="直接连接符 42">
              <a:extLst>
                <a:ext uri="{FF2B5EF4-FFF2-40B4-BE49-F238E27FC236}">
                  <a16:creationId xmlns:a16="http://schemas.microsoft.com/office/drawing/2014/main" id="{68261E70-D9B4-3C57-396F-F8AC4A42CE44}"/>
                </a:ext>
              </a:extLst>
            </p:cNvPr>
            <p:cNvCxnSpPr>
              <a:cxnSpLocks/>
            </p:cNvCxnSpPr>
            <p:nvPr/>
          </p:nvCxnSpPr>
          <p:spPr bwMode="auto">
            <a:xfrm>
              <a:off x="4567645" y="4153259"/>
              <a:ext cx="775064" cy="1136342"/>
            </a:xfrm>
            <a:prstGeom prst="line">
              <a:avLst/>
            </a:prstGeom>
          </p:spPr>
          <p:style>
            <a:lnRef idx="1">
              <a:schemeClr val="dk1"/>
            </a:lnRef>
            <a:fillRef idx="0">
              <a:schemeClr val="dk1"/>
            </a:fillRef>
            <a:effectRef idx="0">
              <a:schemeClr val="dk1"/>
            </a:effectRef>
            <a:fontRef idx="minor">
              <a:schemeClr val="tx1"/>
            </a:fontRef>
          </p:style>
        </p:cxnSp>
      </p:grpSp>
      <p:sp>
        <p:nvSpPr>
          <p:cNvPr id="46" name="文本框 45">
            <a:extLst>
              <a:ext uri="{FF2B5EF4-FFF2-40B4-BE49-F238E27FC236}">
                <a16:creationId xmlns:a16="http://schemas.microsoft.com/office/drawing/2014/main" id="{A8C985A8-C93B-788B-2FB2-E981487051CC}"/>
              </a:ext>
            </a:extLst>
          </p:cNvPr>
          <p:cNvSpPr txBox="1"/>
          <p:nvPr/>
        </p:nvSpPr>
        <p:spPr>
          <a:xfrm>
            <a:off x="3872048" y="5749280"/>
            <a:ext cx="1667691" cy="461665"/>
          </a:xfrm>
          <a:prstGeom prst="rect">
            <a:avLst/>
          </a:prstGeom>
          <a:noFill/>
        </p:spPr>
        <p:txBody>
          <a:bodyPr wrap="square" rtlCol="0">
            <a:spAutoFit/>
          </a:bodyPr>
          <a:lstStyle/>
          <a:p>
            <a:r>
              <a:rPr lang="zh-CN" altLang="en-US" sz="1200" dirty="0"/>
              <a:t>通过选择下推，可降低</a:t>
            </a:r>
            <a:r>
              <a:rPr lang="en-US" altLang="zh-CN" sz="1200" dirty="0"/>
              <a:t>join</a:t>
            </a:r>
            <a:r>
              <a:rPr lang="zh-CN" altLang="en-US" sz="1200" dirty="0"/>
              <a:t>操作的计算量</a:t>
            </a:r>
          </a:p>
        </p:txBody>
      </p:sp>
      <p:grpSp>
        <p:nvGrpSpPr>
          <p:cNvPr id="67" name="组合 66">
            <a:extLst>
              <a:ext uri="{FF2B5EF4-FFF2-40B4-BE49-F238E27FC236}">
                <a16:creationId xmlns:a16="http://schemas.microsoft.com/office/drawing/2014/main" id="{32379737-7521-EE5C-E96F-A20DEC2B1A4D}"/>
              </a:ext>
            </a:extLst>
          </p:cNvPr>
          <p:cNvGrpSpPr/>
          <p:nvPr/>
        </p:nvGrpSpPr>
        <p:grpSpPr>
          <a:xfrm>
            <a:off x="6736079" y="3024051"/>
            <a:ext cx="2111830" cy="2626484"/>
            <a:chOff x="6736079" y="3024051"/>
            <a:chExt cx="2111830" cy="2626484"/>
          </a:xfrm>
        </p:grpSpPr>
        <p:grpSp>
          <p:nvGrpSpPr>
            <p:cNvPr id="51" name="组合 50">
              <a:extLst>
                <a:ext uri="{FF2B5EF4-FFF2-40B4-BE49-F238E27FC236}">
                  <a16:creationId xmlns:a16="http://schemas.microsoft.com/office/drawing/2014/main" id="{CF729593-8B52-654D-00DA-7013F0DB0CE4}"/>
                </a:ext>
              </a:extLst>
            </p:cNvPr>
            <p:cNvGrpSpPr/>
            <p:nvPr/>
          </p:nvGrpSpPr>
          <p:grpSpPr>
            <a:xfrm>
              <a:off x="6736079" y="3024051"/>
              <a:ext cx="1920240" cy="2626484"/>
              <a:chOff x="3628208" y="3081499"/>
              <a:chExt cx="1920240" cy="2626484"/>
            </a:xfrm>
          </p:grpSpPr>
          <p:grpSp>
            <p:nvGrpSpPr>
              <p:cNvPr id="52" name="组合 51">
                <a:extLst>
                  <a:ext uri="{FF2B5EF4-FFF2-40B4-BE49-F238E27FC236}">
                    <a16:creationId xmlns:a16="http://schemas.microsoft.com/office/drawing/2014/main" id="{28C50D2D-70D5-3777-A5D1-0C697D85F961}"/>
                  </a:ext>
                </a:extLst>
              </p:cNvPr>
              <p:cNvGrpSpPr/>
              <p:nvPr/>
            </p:nvGrpSpPr>
            <p:grpSpPr>
              <a:xfrm>
                <a:off x="3628208" y="3081499"/>
                <a:ext cx="1920240" cy="2626484"/>
                <a:chOff x="814251" y="3024051"/>
                <a:chExt cx="1920240" cy="2626484"/>
              </a:xfrm>
            </p:grpSpPr>
            <p:sp>
              <p:nvSpPr>
                <p:cNvPr id="54" name="文本框 53">
                  <a:extLst>
                    <a:ext uri="{FF2B5EF4-FFF2-40B4-BE49-F238E27FC236}">
                      <a16:creationId xmlns:a16="http://schemas.microsoft.com/office/drawing/2014/main" id="{CCE3DA98-8873-2591-DF36-9F82CB0963D3}"/>
                    </a:ext>
                  </a:extLst>
                </p:cNvPr>
                <p:cNvSpPr txBox="1"/>
                <p:nvPr/>
              </p:nvSpPr>
              <p:spPr>
                <a:xfrm>
                  <a:off x="1221377" y="3024051"/>
                  <a:ext cx="1391194" cy="353943"/>
                </a:xfrm>
                <a:prstGeom prst="rect">
                  <a:avLst/>
                </a:prstGeom>
                <a:noFill/>
              </p:spPr>
              <p:txBody>
                <a:bodyPr wrap="square" rtlCol="0">
                  <a:spAutoFit/>
                </a:bodyPr>
                <a:lstStyle/>
                <a:p>
                  <a:r>
                    <a:rPr lang="el-GR" altLang="zh-CN" dirty="0"/>
                    <a:t>π</a:t>
                  </a:r>
                  <a:r>
                    <a:rPr lang="en-US" altLang="zh-CN" dirty="0"/>
                    <a:t>(t1.c1,t2.c1)</a:t>
                  </a:r>
                  <a:endParaRPr lang="zh-CN" altLang="en-US" dirty="0"/>
                </a:p>
              </p:txBody>
            </p:sp>
            <p:sp>
              <p:nvSpPr>
                <p:cNvPr id="55" name="文本框 54">
                  <a:extLst>
                    <a:ext uri="{FF2B5EF4-FFF2-40B4-BE49-F238E27FC236}">
                      <a16:creationId xmlns:a16="http://schemas.microsoft.com/office/drawing/2014/main" id="{1072684A-C1A5-74C0-3786-F56A50FFDD3A}"/>
                    </a:ext>
                  </a:extLst>
                </p:cNvPr>
                <p:cNvSpPr txBox="1"/>
                <p:nvPr/>
              </p:nvSpPr>
              <p:spPr>
                <a:xfrm>
                  <a:off x="1221377" y="3716824"/>
                  <a:ext cx="1391194" cy="353943"/>
                </a:xfrm>
                <a:prstGeom prst="rect">
                  <a:avLst/>
                </a:prstGeom>
                <a:noFill/>
              </p:spPr>
              <p:txBody>
                <a:bodyPr wrap="square" rtlCol="0">
                  <a:spAutoFit/>
                </a:bodyPr>
                <a:lstStyle/>
                <a:p>
                  <a:r>
                    <a:rPr lang="en-US" altLang="zh-CN" dirty="0"/>
                    <a:t>X(t1.c1=t2.c1</a:t>
                  </a:r>
                  <a:r>
                    <a:rPr lang="zh-CN" altLang="en-US" dirty="0"/>
                    <a:t>）</a:t>
                  </a:r>
                </a:p>
              </p:txBody>
            </p:sp>
            <p:sp>
              <p:nvSpPr>
                <p:cNvPr id="56" name="文本框 55">
                  <a:extLst>
                    <a:ext uri="{FF2B5EF4-FFF2-40B4-BE49-F238E27FC236}">
                      <a16:creationId xmlns:a16="http://schemas.microsoft.com/office/drawing/2014/main" id="{E11B84F0-5A86-BFE0-8B45-15BA3D5145CE}"/>
                    </a:ext>
                  </a:extLst>
                </p:cNvPr>
                <p:cNvSpPr txBox="1"/>
                <p:nvPr/>
              </p:nvSpPr>
              <p:spPr>
                <a:xfrm>
                  <a:off x="814251" y="4523941"/>
                  <a:ext cx="1055915" cy="353943"/>
                </a:xfrm>
                <a:prstGeom prst="rect">
                  <a:avLst/>
                </a:prstGeom>
                <a:noFill/>
              </p:spPr>
              <p:txBody>
                <a:bodyPr wrap="square" rtlCol="0">
                  <a:spAutoFit/>
                </a:bodyPr>
                <a:lstStyle/>
                <a:p>
                  <a:r>
                    <a:rPr lang="el-GR" altLang="zh-CN" dirty="0"/>
                    <a:t>σ</a:t>
                  </a:r>
                  <a:r>
                    <a:rPr lang="en-US" altLang="zh-CN" dirty="0"/>
                    <a:t>(t1.c1=1)</a:t>
                  </a:r>
                  <a:endParaRPr lang="zh-CN" altLang="en-US" dirty="0"/>
                </a:p>
              </p:txBody>
            </p:sp>
            <p:sp>
              <p:nvSpPr>
                <p:cNvPr id="57" name="文本框 2">
                  <a:extLst>
                    <a:ext uri="{FF2B5EF4-FFF2-40B4-BE49-F238E27FC236}">
                      <a16:creationId xmlns:a16="http://schemas.microsoft.com/office/drawing/2014/main" id="{0F498DE3-E8BD-8C90-844B-931741D2424B}"/>
                    </a:ext>
                  </a:extLst>
                </p:cNvPr>
                <p:cNvSpPr txBox="1"/>
                <p:nvPr/>
              </p:nvSpPr>
              <p:spPr>
                <a:xfrm>
                  <a:off x="1151709" y="5296592"/>
                  <a:ext cx="1582782" cy="353943"/>
                </a:xfrm>
                <a:prstGeom prst="rect">
                  <a:avLst/>
                </a:prstGeom>
                <a:noFill/>
              </p:spPr>
              <p:txBody>
                <a:bodyPr wrap="square" rtlCol="0">
                  <a:spAutoFit/>
                </a:bodyPr>
                <a:lstStyle>
                  <a:defPPr>
                    <a:defRPr lang="en-US"/>
                  </a:defPPr>
                  <a:lvl1pPr marL="0" algn="l" defTabSz="864235" rtl="0" eaLnBrk="1" latinLnBrk="0" hangingPunct="1">
                    <a:defRPr sz="1700" kern="1200">
                      <a:solidFill>
                        <a:schemeClr val="tx1"/>
                      </a:solidFill>
                      <a:latin typeface="+mn-lt"/>
                      <a:ea typeface="+mn-ea"/>
                      <a:cs typeface="+mn-cs"/>
                    </a:defRPr>
                  </a:lvl1pPr>
                  <a:lvl2pPr marL="431800" algn="l" defTabSz="864235" rtl="0" eaLnBrk="1" latinLnBrk="0" hangingPunct="1">
                    <a:defRPr sz="1700" kern="1200">
                      <a:solidFill>
                        <a:schemeClr val="tx1"/>
                      </a:solidFill>
                      <a:latin typeface="+mn-lt"/>
                      <a:ea typeface="+mn-ea"/>
                      <a:cs typeface="+mn-cs"/>
                    </a:defRPr>
                  </a:lvl2pPr>
                  <a:lvl3pPr marL="864235" algn="l" defTabSz="864235" rtl="0" eaLnBrk="1" latinLnBrk="0" hangingPunct="1">
                    <a:defRPr sz="1700" kern="1200">
                      <a:solidFill>
                        <a:schemeClr val="tx1"/>
                      </a:solidFill>
                      <a:latin typeface="+mn-lt"/>
                      <a:ea typeface="+mn-ea"/>
                      <a:cs typeface="+mn-cs"/>
                    </a:defRPr>
                  </a:lvl3pPr>
                  <a:lvl4pPr marL="1296035" algn="l" defTabSz="864235" rtl="0" eaLnBrk="1" latinLnBrk="0" hangingPunct="1">
                    <a:defRPr sz="1700" kern="1200">
                      <a:solidFill>
                        <a:schemeClr val="tx1"/>
                      </a:solidFill>
                      <a:latin typeface="+mn-lt"/>
                      <a:ea typeface="+mn-ea"/>
                      <a:cs typeface="+mn-cs"/>
                    </a:defRPr>
                  </a:lvl4pPr>
                  <a:lvl5pPr marL="1727835" algn="l" defTabSz="864235" rtl="0" eaLnBrk="1" latinLnBrk="0" hangingPunct="1">
                    <a:defRPr sz="1700" kern="1200">
                      <a:solidFill>
                        <a:schemeClr val="tx1"/>
                      </a:solidFill>
                      <a:latin typeface="+mn-lt"/>
                      <a:ea typeface="+mn-ea"/>
                      <a:cs typeface="+mn-cs"/>
                    </a:defRPr>
                  </a:lvl5pPr>
                  <a:lvl6pPr marL="2160270" algn="l" defTabSz="864235" rtl="0" eaLnBrk="1" latinLnBrk="0" hangingPunct="1">
                    <a:defRPr sz="1700" kern="1200">
                      <a:solidFill>
                        <a:schemeClr val="tx1"/>
                      </a:solidFill>
                      <a:latin typeface="+mn-lt"/>
                      <a:ea typeface="+mn-ea"/>
                      <a:cs typeface="+mn-cs"/>
                    </a:defRPr>
                  </a:lvl6pPr>
                  <a:lvl7pPr marL="2592070" algn="l" defTabSz="864235" rtl="0" eaLnBrk="1" latinLnBrk="0" hangingPunct="1">
                    <a:defRPr sz="1700" kern="1200">
                      <a:solidFill>
                        <a:schemeClr val="tx1"/>
                      </a:solidFill>
                      <a:latin typeface="+mn-lt"/>
                      <a:ea typeface="+mn-ea"/>
                      <a:cs typeface="+mn-cs"/>
                    </a:defRPr>
                  </a:lvl7pPr>
                  <a:lvl8pPr marL="3023870" algn="l" defTabSz="864235" rtl="0" eaLnBrk="1" latinLnBrk="0" hangingPunct="1">
                    <a:defRPr sz="1700" kern="1200">
                      <a:solidFill>
                        <a:schemeClr val="tx1"/>
                      </a:solidFill>
                      <a:latin typeface="+mn-lt"/>
                      <a:ea typeface="+mn-ea"/>
                      <a:cs typeface="+mn-cs"/>
                    </a:defRPr>
                  </a:lvl8pPr>
                  <a:lvl9pPr marL="3456305" algn="l" defTabSz="864235" rtl="0" eaLnBrk="1" latinLnBrk="0" hangingPunct="1">
                    <a:defRPr sz="1700" kern="1200">
                      <a:solidFill>
                        <a:schemeClr val="tx1"/>
                      </a:solidFill>
                      <a:latin typeface="+mn-lt"/>
                      <a:ea typeface="+mn-ea"/>
                      <a:cs typeface="+mn-cs"/>
                    </a:defRPr>
                  </a:lvl9pPr>
                </a:lstStyle>
                <a:p>
                  <a:r>
                    <a:rPr lang="en-US" altLang="zh-CN" dirty="0"/>
                    <a:t>t1                   t2</a:t>
                  </a:r>
                  <a:endParaRPr lang="zh-CN" altLang="en-US" dirty="0"/>
                </a:p>
              </p:txBody>
            </p:sp>
            <p:cxnSp>
              <p:nvCxnSpPr>
                <p:cNvPr id="58" name="直接连接符 57">
                  <a:extLst>
                    <a:ext uri="{FF2B5EF4-FFF2-40B4-BE49-F238E27FC236}">
                      <a16:creationId xmlns:a16="http://schemas.microsoft.com/office/drawing/2014/main" id="{905BC6BE-0B18-E995-C65C-14981ECE1ABF}"/>
                    </a:ext>
                  </a:extLst>
                </p:cNvPr>
                <p:cNvCxnSpPr>
                  <a:cxnSpLocks/>
                </p:cNvCxnSpPr>
                <p:nvPr/>
              </p:nvCxnSpPr>
              <p:spPr bwMode="auto">
                <a:xfrm>
                  <a:off x="1753689" y="3377994"/>
                  <a:ext cx="0" cy="338830"/>
                </a:xfrm>
                <a:prstGeom prst="line">
                  <a:avLst/>
                </a:prstGeom>
              </p:spPr>
              <p:style>
                <a:lnRef idx="1">
                  <a:schemeClr val="dk1"/>
                </a:lnRef>
                <a:fillRef idx="0">
                  <a:schemeClr val="dk1"/>
                </a:fillRef>
                <a:effectRef idx="0">
                  <a:schemeClr val="dk1"/>
                </a:effectRef>
                <a:fontRef idx="minor">
                  <a:schemeClr val="tx1"/>
                </a:fontRef>
              </p:style>
            </p:cxnSp>
            <p:cxnSp>
              <p:nvCxnSpPr>
                <p:cNvPr id="59" name="直接连接符 58">
                  <a:extLst>
                    <a:ext uri="{FF2B5EF4-FFF2-40B4-BE49-F238E27FC236}">
                      <a16:creationId xmlns:a16="http://schemas.microsoft.com/office/drawing/2014/main" id="{2DED4D01-2A49-A66B-1009-C58B4C5FE6A2}"/>
                    </a:ext>
                  </a:extLst>
                </p:cNvPr>
                <p:cNvCxnSpPr>
                  <a:cxnSpLocks/>
                  <a:endCxn id="56" idx="0"/>
                </p:cNvCxnSpPr>
                <p:nvPr/>
              </p:nvCxnSpPr>
              <p:spPr bwMode="auto">
                <a:xfrm flipH="1">
                  <a:off x="1342209" y="4070767"/>
                  <a:ext cx="411479" cy="453174"/>
                </a:xfrm>
                <a:prstGeom prst="line">
                  <a:avLst/>
                </a:prstGeom>
              </p:spPr>
              <p:style>
                <a:lnRef idx="1">
                  <a:schemeClr val="dk1"/>
                </a:lnRef>
                <a:fillRef idx="0">
                  <a:schemeClr val="dk1"/>
                </a:fillRef>
                <a:effectRef idx="0">
                  <a:schemeClr val="dk1"/>
                </a:effectRef>
                <a:fontRef idx="minor">
                  <a:schemeClr val="tx1"/>
                </a:fontRef>
              </p:style>
            </p:cxnSp>
            <p:cxnSp>
              <p:nvCxnSpPr>
                <p:cNvPr id="60" name="直接连接符 59">
                  <a:extLst>
                    <a:ext uri="{FF2B5EF4-FFF2-40B4-BE49-F238E27FC236}">
                      <a16:creationId xmlns:a16="http://schemas.microsoft.com/office/drawing/2014/main" id="{8486C72C-F8DE-4723-6597-41FEEBA670EE}"/>
                    </a:ext>
                  </a:extLst>
                </p:cNvPr>
                <p:cNvCxnSpPr>
                  <a:cxnSpLocks/>
                </p:cNvCxnSpPr>
                <p:nvPr/>
              </p:nvCxnSpPr>
              <p:spPr bwMode="auto">
                <a:xfrm>
                  <a:off x="1378131" y="4828272"/>
                  <a:ext cx="0" cy="468320"/>
                </a:xfrm>
                <a:prstGeom prst="line">
                  <a:avLst/>
                </a:prstGeom>
              </p:spPr>
              <p:style>
                <a:lnRef idx="1">
                  <a:schemeClr val="dk1"/>
                </a:lnRef>
                <a:fillRef idx="0">
                  <a:schemeClr val="dk1"/>
                </a:fillRef>
                <a:effectRef idx="0">
                  <a:schemeClr val="dk1"/>
                </a:effectRef>
                <a:fontRef idx="minor">
                  <a:schemeClr val="tx1"/>
                </a:fontRef>
              </p:style>
            </p:cxnSp>
          </p:grpSp>
          <p:cxnSp>
            <p:nvCxnSpPr>
              <p:cNvPr id="53" name="直接连接符 52">
                <a:extLst>
                  <a:ext uri="{FF2B5EF4-FFF2-40B4-BE49-F238E27FC236}">
                    <a16:creationId xmlns:a16="http://schemas.microsoft.com/office/drawing/2014/main" id="{00BCC5CE-C42A-95DE-73C0-DEF7C5F5CFF0}"/>
                  </a:ext>
                </a:extLst>
              </p:cNvPr>
              <p:cNvCxnSpPr>
                <a:cxnSpLocks/>
              </p:cNvCxnSpPr>
              <p:nvPr/>
            </p:nvCxnSpPr>
            <p:spPr bwMode="auto">
              <a:xfrm>
                <a:off x="4567645" y="4153259"/>
                <a:ext cx="451756" cy="423256"/>
              </a:xfrm>
              <a:prstGeom prst="line">
                <a:avLst/>
              </a:prstGeom>
            </p:spPr>
            <p:style>
              <a:lnRef idx="1">
                <a:schemeClr val="dk1"/>
              </a:lnRef>
              <a:fillRef idx="0">
                <a:schemeClr val="dk1"/>
              </a:fillRef>
              <a:effectRef idx="0">
                <a:schemeClr val="dk1"/>
              </a:effectRef>
              <a:fontRef idx="minor">
                <a:schemeClr val="tx1"/>
              </a:fontRef>
            </p:style>
          </p:cxnSp>
        </p:grpSp>
        <p:sp>
          <p:nvSpPr>
            <p:cNvPr id="63" name="文本框 62">
              <a:extLst>
                <a:ext uri="{FF2B5EF4-FFF2-40B4-BE49-F238E27FC236}">
                  <a16:creationId xmlns:a16="http://schemas.microsoft.com/office/drawing/2014/main" id="{1950643D-2732-E0FF-B505-0B8A3C3290A4}"/>
                </a:ext>
              </a:extLst>
            </p:cNvPr>
            <p:cNvSpPr txBox="1"/>
            <p:nvPr/>
          </p:nvSpPr>
          <p:spPr>
            <a:xfrm>
              <a:off x="7791994" y="4519067"/>
              <a:ext cx="1055915" cy="353943"/>
            </a:xfrm>
            <a:prstGeom prst="rect">
              <a:avLst/>
            </a:prstGeom>
            <a:noFill/>
          </p:spPr>
          <p:txBody>
            <a:bodyPr wrap="square" rtlCol="0">
              <a:spAutoFit/>
            </a:bodyPr>
            <a:lstStyle/>
            <a:p>
              <a:r>
                <a:rPr lang="el-GR" altLang="zh-CN" dirty="0"/>
                <a:t>σ</a:t>
              </a:r>
              <a:r>
                <a:rPr lang="en-US" altLang="zh-CN" dirty="0"/>
                <a:t>(t2.c1=1)</a:t>
              </a:r>
              <a:endParaRPr lang="zh-CN" altLang="en-US" dirty="0"/>
            </a:p>
          </p:txBody>
        </p:sp>
        <p:cxnSp>
          <p:nvCxnSpPr>
            <p:cNvPr id="64" name="直接连接符 63">
              <a:extLst>
                <a:ext uri="{FF2B5EF4-FFF2-40B4-BE49-F238E27FC236}">
                  <a16:creationId xmlns:a16="http://schemas.microsoft.com/office/drawing/2014/main" id="{02CBF35F-2AA7-AB94-43DB-0CB8B33B37CF}"/>
                </a:ext>
              </a:extLst>
            </p:cNvPr>
            <p:cNvCxnSpPr>
              <a:cxnSpLocks/>
            </p:cNvCxnSpPr>
            <p:nvPr/>
          </p:nvCxnSpPr>
          <p:spPr bwMode="auto">
            <a:xfrm>
              <a:off x="8358050" y="4859314"/>
              <a:ext cx="0" cy="468320"/>
            </a:xfrm>
            <a:prstGeom prst="line">
              <a:avLst/>
            </a:prstGeom>
          </p:spPr>
          <p:style>
            <a:lnRef idx="1">
              <a:schemeClr val="dk1"/>
            </a:lnRef>
            <a:fillRef idx="0">
              <a:schemeClr val="dk1"/>
            </a:fillRef>
            <a:effectRef idx="0">
              <a:schemeClr val="dk1"/>
            </a:effectRef>
            <a:fontRef idx="minor">
              <a:schemeClr val="tx1"/>
            </a:fontRef>
          </p:style>
        </p:cxnSp>
      </p:grpSp>
      <p:sp>
        <p:nvSpPr>
          <p:cNvPr id="66" name="文本框 65">
            <a:extLst>
              <a:ext uri="{FF2B5EF4-FFF2-40B4-BE49-F238E27FC236}">
                <a16:creationId xmlns:a16="http://schemas.microsoft.com/office/drawing/2014/main" id="{FB990F06-2726-1A5B-94C6-BEFEB94364B7}"/>
              </a:ext>
            </a:extLst>
          </p:cNvPr>
          <p:cNvSpPr txBox="1"/>
          <p:nvPr/>
        </p:nvSpPr>
        <p:spPr>
          <a:xfrm>
            <a:off x="7038703" y="5707983"/>
            <a:ext cx="1667691" cy="461665"/>
          </a:xfrm>
          <a:prstGeom prst="rect">
            <a:avLst/>
          </a:prstGeom>
          <a:noFill/>
        </p:spPr>
        <p:txBody>
          <a:bodyPr wrap="square" rtlCol="0">
            <a:spAutoFit/>
          </a:bodyPr>
          <a:lstStyle/>
          <a:p>
            <a:r>
              <a:rPr lang="zh-CN" altLang="en-US" sz="1200" dirty="0"/>
              <a:t>通过等价推理，可以过得新的选择条件</a:t>
            </a:r>
          </a:p>
        </p:txBody>
      </p:sp>
      <p:grpSp>
        <p:nvGrpSpPr>
          <p:cNvPr id="68" name="组合 67">
            <a:extLst>
              <a:ext uri="{FF2B5EF4-FFF2-40B4-BE49-F238E27FC236}">
                <a16:creationId xmlns:a16="http://schemas.microsoft.com/office/drawing/2014/main" id="{AFC1B063-2886-405E-09CE-C967EF996241}"/>
              </a:ext>
            </a:extLst>
          </p:cNvPr>
          <p:cNvGrpSpPr/>
          <p:nvPr/>
        </p:nvGrpSpPr>
        <p:grpSpPr>
          <a:xfrm>
            <a:off x="9693725" y="2984112"/>
            <a:ext cx="2111830" cy="2626484"/>
            <a:chOff x="6736079" y="3024051"/>
            <a:chExt cx="2111830" cy="2626484"/>
          </a:xfrm>
        </p:grpSpPr>
        <p:grpSp>
          <p:nvGrpSpPr>
            <p:cNvPr id="69" name="组合 68">
              <a:extLst>
                <a:ext uri="{FF2B5EF4-FFF2-40B4-BE49-F238E27FC236}">
                  <a16:creationId xmlns:a16="http://schemas.microsoft.com/office/drawing/2014/main" id="{5EF50952-F206-AD46-C480-5808DEEE7030}"/>
                </a:ext>
              </a:extLst>
            </p:cNvPr>
            <p:cNvGrpSpPr/>
            <p:nvPr/>
          </p:nvGrpSpPr>
          <p:grpSpPr>
            <a:xfrm>
              <a:off x="6736079" y="3024051"/>
              <a:ext cx="1920240" cy="2626484"/>
              <a:chOff x="3628208" y="3081499"/>
              <a:chExt cx="1920240" cy="2626484"/>
            </a:xfrm>
          </p:grpSpPr>
          <p:grpSp>
            <p:nvGrpSpPr>
              <p:cNvPr id="72" name="组合 71">
                <a:extLst>
                  <a:ext uri="{FF2B5EF4-FFF2-40B4-BE49-F238E27FC236}">
                    <a16:creationId xmlns:a16="http://schemas.microsoft.com/office/drawing/2014/main" id="{55ACB58C-DF82-E88A-BEF3-47919B5C76E2}"/>
                  </a:ext>
                </a:extLst>
              </p:cNvPr>
              <p:cNvGrpSpPr/>
              <p:nvPr/>
            </p:nvGrpSpPr>
            <p:grpSpPr>
              <a:xfrm>
                <a:off x="3628208" y="3081499"/>
                <a:ext cx="1920240" cy="2626484"/>
                <a:chOff x="814251" y="3024051"/>
                <a:chExt cx="1920240" cy="2626484"/>
              </a:xfrm>
            </p:grpSpPr>
            <p:sp>
              <p:nvSpPr>
                <p:cNvPr id="74" name="文本框 73">
                  <a:extLst>
                    <a:ext uri="{FF2B5EF4-FFF2-40B4-BE49-F238E27FC236}">
                      <a16:creationId xmlns:a16="http://schemas.microsoft.com/office/drawing/2014/main" id="{D05D7008-C1B7-4170-A3A6-7E52F9D91D9E}"/>
                    </a:ext>
                  </a:extLst>
                </p:cNvPr>
                <p:cNvSpPr txBox="1"/>
                <p:nvPr/>
              </p:nvSpPr>
              <p:spPr>
                <a:xfrm>
                  <a:off x="1221377" y="3024051"/>
                  <a:ext cx="1391194" cy="353943"/>
                </a:xfrm>
                <a:prstGeom prst="rect">
                  <a:avLst/>
                </a:prstGeom>
                <a:noFill/>
              </p:spPr>
              <p:txBody>
                <a:bodyPr wrap="square" rtlCol="0">
                  <a:spAutoFit/>
                </a:bodyPr>
                <a:lstStyle/>
                <a:p>
                  <a:r>
                    <a:rPr lang="el-GR" altLang="zh-CN" dirty="0"/>
                    <a:t>π</a:t>
                  </a:r>
                  <a:r>
                    <a:rPr lang="en-US" altLang="zh-CN" dirty="0"/>
                    <a:t>(t1.c1,t2.c1)</a:t>
                  </a:r>
                  <a:endParaRPr lang="zh-CN" altLang="en-US" dirty="0"/>
                </a:p>
              </p:txBody>
            </p:sp>
            <p:sp>
              <p:nvSpPr>
                <p:cNvPr id="75" name="文本框 74">
                  <a:extLst>
                    <a:ext uri="{FF2B5EF4-FFF2-40B4-BE49-F238E27FC236}">
                      <a16:creationId xmlns:a16="http://schemas.microsoft.com/office/drawing/2014/main" id="{57AF0727-DE86-56D1-4273-D9B705F2CC30}"/>
                    </a:ext>
                  </a:extLst>
                </p:cNvPr>
                <p:cNvSpPr txBox="1"/>
                <p:nvPr/>
              </p:nvSpPr>
              <p:spPr>
                <a:xfrm>
                  <a:off x="1612717" y="3736994"/>
                  <a:ext cx="411478" cy="353943"/>
                </a:xfrm>
                <a:prstGeom prst="rect">
                  <a:avLst/>
                </a:prstGeom>
                <a:noFill/>
              </p:spPr>
              <p:txBody>
                <a:bodyPr wrap="square" rtlCol="0">
                  <a:spAutoFit/>
                </a:bodyPr>
                <a:lstStyle/>
                <a:p>
                  <a:r>
                    <a:rPr lang="en-US" altLang="zh-CN" dirty="0"/>
                    <a:t>X</a:t>
                  </a:r>
                  <a:endParaRPr lang="zh-CN" altLang="en-US" dirty="0"/>
                </a:p>
              </p:txBody>
            </p:sp>
            <p:sp>
              <p:nvSpPr>
                <p:cNvPr id="76" name="文本框 75">
                  <a:extLst>
                    <a:ext uri="{FF2B5EF4-FFF2-40B4-BE49-F238E27FC236}">
                      <a16:creationId xmlns:a16="http://schemas.microsoft.com/office/drawing/2014/main" id="{71E847A4-3652-F074-6B15-C1BD94DA5B38}"/>
                    </a:ext>
                  </a:extLst>
                </p:cNvPr>
                <p:cNvSpPr txBox="1"/>
                <p:nvPr/>
              </p:nvSpPr>
              <p:spPr>
                <a:xfrm>
                  <a:off x="814251" y="4523941"/>
                  <a:ext cx="1055915" cy="353943"/>
                </a:xfrm>
                <a:prstGeom prst="rect">
                  <a:avLst/>
                </a:prstGeom>
                <a:noFill/>
              </p:spPr>
              <p:txBody>
                <a:bodyPr wrap="square" rtlCol="0">
                  <a:spAutoFit/>
                </a:bodyPr>
                <a:lstStyle/>
                <a:p>
                  <a:r>
                    <a:rPr lang="el-GR" altLang="zh-CN" dirty="0"/>
                    <a:t>σ</a:t>
                  </a:r>
                  <a:r>
                    <a:rPr lang="en-US" altLang="zh-CN" dirty="0"/>
                    <a:t>(t1.c1=1)</a:t>
                  </a:r>
                  <a:endParaRPr lang="zh-CN" altLang="en-US" dirty="0"/>
                </a:p>
              </p:txBody>
            </p:sp>
            <p:sp>
              <p:nvSpPr>
                <p:cNvPr id="77" name="文本框 2">
                  <a:extLst>
                    <a:ext uri="{FF2B5EF4-FFF2-40B4-BE49-F238E27FC236}">
                      <a16:creationId xmlns:a16="http://schemas.microsoft.com/office/drawing/2014/main" id="{16E1F8E4-E4C1-773F-2054-39800D499EFB}"/>
                    </a:ext>
                  </a:extLst>
                </p:cNvPr>
                <p:cNvSpPr txBox="1"/>
                <p:nvPr/>
              </p:nvSpPr>
              <p:spPr>
                <a:xfrm>
                  <a:off x="1151709" y="5296592"/>
                  <a:ext cx="1582782" cy="353943"/>
                </a:xfrm>
                <a:prstGeom prst="rect">
                  <a:avLst/>
                </a:prstGeom>
                <a:noFill/>
              </p:spPr>
              <p:txBody>
                <a:bodyPr wrap="square" rtlCol="0">
                  <a:spAutoFit/>
                </a:bodyPr>
                <a:lstStyle>
                  <a:defPPr>
                    <a:defRPr lang="en-US"/>
                  </a:defPPr>
                  <a:lvl1pPr marL="0" algn="l" defTabSz="864235" rtl="0" eaLnBrk="1" latinLnBrk="0" hangingPunct="1">
                    <a:defRPr sz="1700" kern="1200">
                      <a:solidFill>
                        <a:schemeClr val="tx1"/>
                      </a:solidFill>
                      <a:latin typeface="+mn-lt"/>
                      <a:ea typeface="+mn-ea"/>
                      <a:cs typeface="+mn-cs"/>
                    </a:defRPr>
                  </a:lvl1pPr>
                  <a:lvl2pPr marL="431800" algn="l" defTabSz="864235" rtl="0" eaLnBrk="1" latinLnBrk="0" hangingPunct="1">
                    <a:defRPr sz="1700" kern="1200">
                      <a:solidFill>
                        <a:schemeClr val="tx1"/>
                      </a:solidFill>
                      <a:latin typeface="+mn-lt"/>
                      <a:ea typeface="+mn-ea"/>
                      <a:cs typeface="+mn-cs"/>
                    </a:defRPr>
                  </a:lvl2pPr>
                  <a:lvl3pPr marL="864235" algn="l" defTabSz="864235" rtl="0" eaLnBrk="1" latinLnBrk="0" hangingPunct="1">
                    <a:defRPr sz="1700" kern="1200">
                      <a:solidFill>
                        <a:schemeClr val="tx1"/>
                      </a:solidFill>
                      <a:latin typeface="+mn-lt"/>
                      <a:ea typeface="+mn-ea"/>
                      <a:cs typeface="+mn-cs"/>
                    </a:defRPr>
                  </a:lvl3pPr>
                  <a:lvl4pPr marL="1296035" algn="l" defTabSz="864235" rtl="0" eaLnBrk="1" latinLnBrk="0" hangingPunct="1">
                    <a:defRPr sz="1700" kern="1200">
                      <a:solidFill>
                        <a:schemeClr val="tx1"/>
                      </a:solidFill>
                      <a:latin typeface="+mn-lt"/>
                      <a:ea typeface="+mn-ea"/>
                      <a:cs typeface="+mn-cs"/>
                    </a:defRPr>
                  </a:lvl4pPr>
                  <a:lvl5pPr marL="1727835" algn="l" defTabSz="864235" rtl="0" eaLnBrk="1" latinLnBrk="0" hangingPunct="1">
                    <a:defRPr sz="1700" kern="1200">
                      <a:solidFill>
                        <a:schemeClr val="tx1"/>
                      </a:solidFill>
                      <a:latin typeface="+mn-lt"/>
                      <a:ea typeface="+mn-ea"/>
                      <a:cs typeface="+mn-cs"/>
                    </a:defRPr>
                  </a:lvl5pPr>
                  <a:lvl6pPr marL="2160270" algn="l" defTabSz="864235" rtl="0" eaLnBrk="1" latinLnBrk="0" hangingPunct="1">
                    <a:defRPr sz="1700" kern="1200">
                      <a:solidFill>
                        <a:schemeClr val="tx1"/>
                      </a:solidFill>
                      <a:latin typeface="+mn-lt"/>
                      <a:ea typeface="+mn-ea"/>
                      <a:cs typeface="+mn-cs"/>
                    </a:defRPr>
                  </a:lvl6pPr>
                  <a:lvl7pPr marL="2592070" algn="l" defTabSz="864235" rtl="0" eaLnBrk="1" latinLnBrk="0" hangingPunct="1">
                    <a:defRPr sz="1700" kern="1200">
                      <a:solidFill>
                        <a:schemeClr val="tx1"/>
                      </a:solidFill>
                      <a:latin typeface="+mn-lt"/>
                      <a:ea typeface="+mn-ea"/>
                      <a:cs typeface="+mn-cs"/>
                    </a:defRPr>
                  </a:lvl7pPr>
                  <a:lvl8pPr marL="3023870" algn="l" defTabSz="864235" rtl="0" eaLnBrk="1" latinLnBrk="0" hangingPunct="1">
                    <a:defRPr sz="1700" kern="1200">
                      <a:solidFill>
                        <a:schemeClr val="tx1"/>
                      </a:solidFill>
                      <a:latin typeface="+mn-lt"/>
                      <a:ea typeface="+mn-ea"/>
                      <a:cs typeface="+mn-cs"/>
                    </a:defRPr>
                  </a:lvl8pPr>
                  <a:lvl9pPr marL="3456305" algn="l" defTabSz="864235" rtl="0" eaLnBrk="1" latinLnBrk="0" hangingPunct="1">
                    <a:defRPr sz="1700" kern="1200">
                      <a:solidFill>
                        <a:schemeClr val="tx1"/>
                      </a:solidFill>
                      <a:latin typeface="+mn-lt"/>
                      <a:ea typeface="+mn-ea"/>
                      <a:cs typeface="+mn-cs"/>
                    </a:defRPr>
                  </a:lvl9pPr>
                </a:lstStyle>
                <a:p>
                  <a:r>
                    <a:rPr lang="en-US" altLang="zh-CN" dirty="0"/>
                    <a:t>t1                   t2</a:t>
                  </a:r>
                  <a:endParaRPr lang="zh-CN" altLang="en-US" dirty="0"/>
                </a:p>
              </p:txBody>
            </p:sp>
            <p:cxnSp>
              <p:nvCxnSpPr>
                <p:cNvPr id="78" name="直接连接符 77">
                  <a:extLst>
                    <a:ext uri="{FF2B5EF4-FFF2-40B4-BE49-F238E27FC236}">
                      <a16:creationId xmlns:a16="http://schemas.microsoft.com/office/drawing/2014/main" id="{7E65E5F1-B68D-0025-9B77-44ADEC945244}"/>
                    </a:ext>
                  </a:extLst>
                </p:cNvPr>
                <p:cNvCxnSpPr>
                  <a:cxnSpLocks/>
                </p:cNvCxnSpPr>
                <p:nvPr/>
              </p:nvCxnSpPr>
              <p:spPr bwMode="auto">
                <a:xfrm>
                  <a:off x="1753689" y="3377994"/>
                  <a:ext cx="0" cy="338830"/>
                </a:xfrm>
                <a:prstGeom prst="line">
                  <a:avLst/>
                </a:prstGeom>
              </p:spPr>
              <p:style>
                <a:lnRef idx="1">
                  <a:schemeClr val="dk1"/>
                </a:lnRef>
                <a:fillRef idx="0">
                  <a:schemeClr val="dk1"/>
                </a:fillRef>
                <a:effectRef idx="0">
                  <a:schemeClr val="dk1"/>
                </a:effectRef>
                <a:fontRef idx="minor">
                  <a:schemeClr val="tx1"/>
                </a:fontRef>
              </p:style>
            </p:cxnSp>
            <p:cxnSp>
              <p:nvCxnSpPr>
                <p:cNvPr id="79" name="直接连接符 78">
                  <a:extLst>
                    <a:ext uri="{FF2B5EF4-FFF2-40B4-BE49-F238E27FC236}">
                      <a16:creationId xmlns:a16="http://schemas.microsoft.com/office/drawing/2014/main" id="{7103E9EF-C990-0A4E-46C8-6C5656B36A22}"/>
                    </a:ext>
                  </a:extLst>
                </p:cNvPr>
                <p:cNvCxnSpPr>
                  <a:cxnSpLocks/>
                  <a:endCxn id="76" idx="0"/>
                </p:cNvCxnSpPr>
                <p:nvPr/>
              </p:nvCxnSpPr>
              <p:spPr bwMode="auto">
                <a:xfrm flipH="1">
                  <a:off x="1342209" y="4070767"/>
                  <a:ext cx="411479" cy="453174"/>
                </a:xfrm>
                <a:prstGeom prst="line">
                  <a:avLst/>
                </a:prstGeom>
              </p:spPr>
              <p:style>
                <a:lnRef idx="1">
                  <a:schemeClr val="dk1"/>
                </a:lnRef>
                <a:fillRef idx="0">
                  <a:schemeClr val="dk1"/>
                </a:fillRef>
                <a:effectRef idx="0">
                  <a:schemeClr val="dk1"/>
                </a:effectRef>
                <a:fontRef idx="minor">
                  <a:schemeClr val="tx1"/>
                </a:fontRef>
              </p:style>
            </p:cxnSp>
            <p:cxnSp>
              <p:nvCxnSpPr>
                <p:cNvPr id="80" name="直接连接符 79">
                  <a:extLst>
                    <a:ext uri="{FF2B5EF4-FFF2-40B4-BE49-F238E27FC236}">
                      <a16:creationId xmlns:a16="http://schemas.microsoft.com/office/drawing/2014/main" id="{46F37B3D-B6FA-0505-40E7-7053735B8BC5}"/>
                    </a:ext>
                  </a:extLst>
                </p:cNvPr>
                <p:cNvCxnSpPr>
                  <a:cxnSpLocks/>
                </p:cNvCxnSpPr>
                <p:nvPr/>
              </p:nvCxnSpPr>
              <p:spPr bwMode="auto">
                <a:xfrm>
                  <a:off x="1378131" y="4828272"/>
                  <a:ext cx="0" cy="468320"/>
                </a:xfrm>
                <a:prstGeom prst="line">
                  <a:avLst/>
                </a:prstGeom>
              </p:spPr>
              <p:style>
                <a:lnRef idx="1">
                  <a:schemeClr val="dk1"/>
                </a:lnRef>
                <a:fillRef idx="0">
                  <a:schemeClr val="dk1"/>
                </a:fillRef>
                <a:effectRef idx="0">
                  <a:schemeClr val="dk1"/>
                </a:effectRef>
                <a:fontRef idx="minor">
                  <a:schemeClr val="tx1"/>
                </a:fontRef>
              </p:style>
            </p:cxnSp>
          </p:grpSp>
          <p:cxnSp>
            <p:nvCxnSpPr>
              <p:cNvPr id="73" name="直接连接符 72">
                <a:extLst>
                  <a:ext uri="{FF2B5EF4-FFF2-40B4-BE49-F238E27FC236}">
                    <a16:creationId xmlns:a16="http://schemas.microsoft.com/office/drawing/2014/main" id="{A308AB6F-21A4-D92E-B280-30210AA4B2D7}"/>
                  </a:ext>
                </a:extLst>
              </p:cNvPr>
              <p:cNvCxnSpPr>
                <a:cxnSpLocks/>
              </p:cNvCxnSpPr>
              <p:nvPr/>
            </p:nvCxnSpPr>
            <p:spPr bwMode="auto">
              <a:xfrm>
                <a:off x="4567645" y="4153259"/>
                <a:ext cx="451756" cy="423256"/>
              </a:xfrm>
              <a:prstGeom prst="line">
                <a:avLst/>
              </a:prstGeom>
            </p:spPr>
            <p:style>
              <a:lnRef idx="1">
                <a:schemeClr val="dk1"/>
              </a:lnRef>
              <a:fillRef idx="0">
                <a:schemeClr val="dk1"/>
              </a:fillRef>
              <a:effectRef idx="0">
                <a:schemeClr val="dk1"/>
              </a:effectRef>
              <a:fontRef idx="minor">
                <a:schemeClr val="tx1"/>
              </a:fontRef>
            </p:style>
          </p:cxnSp>
        </p:grpSp>
        <p:sp>
          <p:nvSpPr>
            <p:cNvPr id="70" name="文本框 69">
              <a:extLst>
                <a:ext uri="{FF2B5EF4-FFF2-40B4-BE49-F238E27FC236}">
                  <a16:creationId xmlns:a16="http://schemas.microsoft.com/office/drawing/2014/main" id="{7A3CAB98-302C-2155-F8C2-57AAB5F007CD}"/>
                </a:ext>
              </a:extLst>
            </p:cNvPr>
            <p:cNvSpPr txBox="1"/>
            <p:nvPr/>
          </p:nvSpPr>
          <p:spPr>
            <a:xfrm>
              <a:off x="7791994" y="4519067"/>
              <a:ext cx="1055915" cy="353943"/>
            </a:xfrm>
            <a:prstGeom prst="rect">
              <a:avLst/>
            </a:prstGeom>
            <a:noFill/>
          </p:spPr>
          <p:txBody>
            <a:bodyPr wrap="square" rtlCol="0">
              <a:spAutoFit/>
            </a:bodyPr>
            <a:lstStyle/>
            <a:p>
              <a:r>
                <a:rPr lang="el-GR" altLang="zh-CN" dirty="0"/>
                <a:t>σ</a:t>
              </a:r>
              <a:r>
                <a:rPr lang="en-US" altLang="zh-CN" dirty="0"/>
                <a:t>(t2.c1=1)</a:t>
              </a:r>
              <a:endParaRPr lang="zh-CN" altLang="en-US" dirty="0"/>
            </a:p>
          </p:txBody>
        </p:sp>
        <p:cxnSp>
          <p:nvCxnSpPr>
            <p:cNvPr id="71" name="直接连接符 70">
              <a:extLst>
                <a:ext uri="{FF2B5EF4-FFF2-40B4-BE49-F238E27FC236}">
                  <a16:creationId xmlns:a16="http://schemas.microsoft.com/office/drawing/2014/main" id="{57DFE9E1-F4B3-9D05-69AA-E8DD56E6323D}"/>
                </a:ext>
              </a:extLst>
            </p:cNvPr>
            <p:cNvCxnSpPr>
              <a:cxnSpLocks/>
            </p:cNvCxnSpPr>
            <p:nvPr/>
          </p:nvCxnSpPr>
          <p:spPr bwMode="auto">
            <a:xfrm>
              <a:off x="8324302" y="4828272"/>
              <a:ext cx="0" cy="468320"/>
            </a:xfrm>
            <a:prstGeom prst="line">
              <a:avLst/>
            </a:prstGeom>
          </p:spPr>
          <p:style>
            <a:lnRef idx="1">
              <a:schemeClr val="dk1"/>
            </a:lnRef>
            <a:fillRef idx="0">
              <a:schemeClr val="dk1"/>
            </a:fillRef>
            <a:effectRef idx="0">
              <a:schemeClr val="dk1"/>
            </a:effectRef>
            <a:fontRef idx="minor">
              <a:schemeClr val="tx1"/>
            </a:fontRef>
          </p:style>
        </p:cxnSp>
      </p:grpSp>
      <p:sp>
        <p:nvSpPr>
          <p:cNvPr id="81" name="文本框 80">
            <a:extLst>
              <a:ext uri="{FF2B5EF4-FFF2-40B4-BE49-F238E27FC236}">
                <a16:creationId xmlns:a16="http://schemas.microsoft.com/office/drawing/2014/main" id="{58A61587-7C58-8EA3-3FEE-EFC80305A909}"/>
              </a:ext>
            </a:extLst>
          </p:cNvPr>
          <p:cNvSpPr txBox="1"/>
          <p:nvPr/>
        </p:nvSpPr>
        <p:spPr>
          <a:xfrm>
            <a:off x="10048599" y="5675361"/>
            <a:ext cx="1667691" cy="461665"/>
          </a:xfrm>
          <a:prstGeom prst="rect">
            <a:avLst/>
          </a:prstGeom>
          <a:noFill/>
        </p:spPr>
        <p:txBody>
          <a:bodyPr wrap="square" rtlCol="0">
            <a:spAutoFit/>
          </a:bodyPr>
          <a:lstStyle/>
          <a:p>
            <a:r>
              <a:rPr lang="en-US" altLang="zh-CN" sz="1200" dirty="0"/>
              <a:t>T1.c1=t2.c1</a:t>
            </a:r>
            <a:r>
              <a:rPr lang="zh-CN" altLang="en-US" sz="1200" dirty="0"/>
              <a:t>已经满足，因此可以消除掉</a:t>
            </a:r>
          </a:p>
        </p:txBody>
      </p:sp>
      <p:sp>
        <p:nvSpPr>
          <p:cNvPr id="82" name="文本框 81">
            <a:extLst>
              <a:ext uri="{FF2B5EF4-FFF2-40B4-BE49-F238E27FC236}">
                <a16:creationId xmlns:a16="http://schemas.microsoft.com/office/drawing/2014/main" id="{A74D28A1-548A-A914-5E6C-D6D5627CC1A1}"/>
              </a:ext>
            </a:extLst>
          </p:cNvPr>
          <p:cNvSpPr txBox="1"/>
          <p:nvPr/>
        </p:nvSpPr>
        <p:spPr>
          <a:xfrm>
            <a:off x="1523997" y="6530246"/>
            <a:ext cx="2822667" cy="246221"/>
          </a:xfrm>
          <a:prstGeom prst="rect">
            <a:avLst/>
          </a:prstGeom>
          <a:noFill/>
        </p:spPr>
        <p:txBody>
          <a:bodyPr wrap="square" rtlCol="0">
            <a:spAutoFit/>
          </a:bodyPr>
          <a:lstStyle/>
          <a:p>
            <a:r>
              <a:rPr lang="en-US" altLang="zh-CN" sz="1000" dirty="0"/>
              <a:t>(π)</a:t>
            </a:r>
            <a:r>
              <a:rPr lang="zh-CN" altLang="en-US" sz="1000" dirty="0"/>
              <a:t>表示投影；  </a:t>
            </a:r>
            <a:r>
              <a:rPr lang="en-US" altLang="zh-CN" sz="1000" dirty="0"/>
              <a:t>(</a:t>
            </a:r>
            <a:r>
              <a:rPr lang="el-GR" altLang="zh-CN" sz="1000" dirty="0"/>
              <a:t>σ</a:t>
            </a:r>
            <a:r>
              <a:rPr lang="en-US" altLang="zh-CN" sz="1000" dirty="0"/>
              <a:t>)</a:t>
            </a:r>
            <a:r>
              <a:rPr lang="zh-CN" altLang="en-US" sz="1000" dirty="0"/>
              <a:t>表示选择；</a:t>
            </a:r>
            <a:r>
              <a:rPr lang="en-US" altLang="zh-CN" sz="1000" dirty="0"/>
              <a:t>(X)</a:t>
            </a:r>
            <a:r>
              <a:rPr lang="zh-CN" altLang="en-US" sz="1000" dirty="0"/>
              <a:t>表示笛卡尔积；</a:t>
            </a:r>
            <a:r>
              <a:rPr lang="el-GR" altLang="zh-CN" sz="1000" dirty="0"/>
              <a:t> </a:t>
            </a:r>
            <a:endParaRPr lang="zh-CN" altLang="en-US" sz="1000" dirty="0"/>
          </a:p>
        </p:txBody>
      </p:sp>
    </p:spTree>
    <p:extLst>
      <p:ext uri="{BB962C8B-B14F-4D97-AF65-F5344CB8AC3E}">
        <p14:creationId xmlns:p14="http://schemas.microsoft.com/office/powerpoint/2010/main" val="2202486098"/>
      </p:ext>
    </p:extLst>
  </p:cSld>
  <p:clrMapOvr>
    <a:masterClrMapping/>
  </p:clrMapOvr>
  <p:transition advClick="0" advTm="8000">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24D8A-E0EA-F937-19FC-6BBFC3C98B95}"/>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58A16A45-D73E-DBAD-FD95-93B056AE6719}"/>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优化器（查询重写</a:t>
            </a:r>
            <a:r>
              <a:rPr lang="en-US" altLang="zh-CN" sz="2800" kern="0" dirty="0">
                <a:solidFill>
                  <a:srgbClr val="C00000"/>
                </a:solidFill>
                <a:latin typeface="微软雅黑" panose="020B0503020204020204" pitchFamily="34" charset="-122"/>
                <a:ea typeface="微软雅黑" panose="020B0503020204020204" pitchFamily="34" charset="-122"/>
              </a:rPr>
              <a:t>-IN</a:t>
            </a:r>
            <a:r>
              <a:rPr lang="zh-CN" altLang="en-US" sz="2800" kern="0" dirty="0">
                <a:solidFill>
                  <a:srgbClr val="C00000"/>
                </a:solidFill>
                <a:latin typeface="微软雅黑" panose="020B0503020204020204" pitchFamily="34" charset="-122"/>
                <a:ea typeface="微软雅黑" panose="020B0503020204020204" pitchFamily="34" charset="-122"/>
              </a:rPr>
              <a:t>谓词展开）</a:t>
            </a:r>
          </a:p>
        </p:txBody>
      </p:sp>
      <p:sp>
        <p:nvSpPr>
          <p:cNvPr id="5" name="文本框 4">
            <a:extLst>
              <a:ext uri="{FF2B5EF4-FFF2-40B4-BE49-F238E27FC236}">
                <a16:creationId xmlns:a16="http://schemas.microsoft.com/office/drawing/2014/main" id="{4C1EABDE-9AF3-7D93-0489-3F8E811C8148}"/>
              </a:ext>
            </a:extLst>
          </p:cNvPr>
          <p:cNvSpPr txBox="1"/>
          <p:nvPr/>
        </p:nvSpPr>
        <p:spPr>
          <a:xfrm>
            <a:off x="973183" y="1004793"/>
            <a:ext cx="11038113" cy="50449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nSpc>
                <a:spcPct val="150000"/>
              </a:lnSpc>
            </a:pPr>
            <a:r>
              <a:rPr lang="en-US" altLang="zh-CN" sz="2000" b="1" dirty="0">
                <a:solidFill>
                  <a:srgbClr val="FF0000"/>
                </a:solidFill>
              </a:rPr>
              <a:t>IN</a:t>
            </a:r>
            <a:r>
              <a:rPr lang="zh-CN" altLang="en-US" sz="2000" b="1" dirty="0">
                <a:solidFill>
                  <a:srgbClr val="FF0000"/>
                </a:solidFill>
              </a:rPr>
              <a:t>谓词展开：</a:t>
            </a:r>
            <a:r>
              <a:rPr lang="zh-CN" altLang="en-US" sz="2000" b="1" dirty="0">
                <a:solidFill>
                  <a:schemeClr val="tx1"/>
                </a:solidFill>
              </a:rPr>
              <a:t>将</a:t>
            </a:r>
            <a:r>
              <a:rPr lang="en-US" altLang="zh-CN" sz="2000" b="1" dirty="0">
                <a:solidFill>
                  <a:schemeClr val="tx1"/>
                </a:solidFill>
              </a:rPr>
              <a:t>IN</a:t>
            </a:r>
            <a:r>
              <a:rPr lang="zh-CN" altLang="en-US" sz="2000" b="1" dirty="0">
                <a:solidFill>
                  <a:schemeClr val="tx1"/>
                </a:solidFill>
              </a:rPr>
              <a:t>运算改写成等值的过滤条件，便于借助索引减少计算量。</a:t>
            </a:r>
            <a:endParaRPr lang="en-US" altLang="zh-CN" sz="2000" dirty="0">
              <a:solidFill>
                <a:schemeClr val="tx1"/>
              </a:solidFill>
            </a:endParaRPr>
          </a:p>
        </p:txBody>
      </p:sp>
      <p:grpSp>
        <p:nvGrpSpPr>
          <p:cNvPr id="11" name="组合 10">
            <a:extLst>
              <a:ext uri="{FF2B5EF4-FFF2-40B4-BE49-F238E27FC236}">
                <a16:creationId xmlns:a16="http://schemas.microsoft.com/office/drawing/2014/main" id="{41A25054-D32B-3B0F-FC42-1F3DF9AAE247}"/>
              </a:ext>
            </a:extLst>
          </p:cNvPr>
          <p:cNvGrpSpPr/>
          <p:nvPr/>
        </p:nvGrpSpPr>
        <p:grpSpPr>
          <a:xfrm>
            <a:off x="3089366" y="2737290"/>
            <a:ext cx="5290457" cy="1779971"/>
            <a:chOff x="1358537" y="2378062"/>
            <a:chExt cx="5290457" cy="1779971"/>
          </a:xfrm>
        </p:grpSpPr>
        <p:sp>
          <p:nvSpPr>
            <p:cNvPr id="7" name="文本框 6">
              <a:extLst>
                <a:ext uri="{FF2B5EF4-FFF2-40B4-BE49-F238E27FC236}">
                  <a16:creationId xmlns:a16="http://schemas.microsoft.com/office/drawing/2014/main" id="{066CD591-D0A0-C523-F7E6-663D212B71EB}"/>
                </a:ext>
              </a:extLst>
            </p:cNvPr>
            <p:cNvSpPr txBox="1"/>
            <p:nvPr/>
          </p:nvSpPr>
          <p:spPr>
            <a:xfrm>
              <a:off x="1358537" y="2378062"/>
              <a:ext cx="5290457" cy="353943"/>
            </a:xfrm>
            <a:prstGeom prst="rect">
              <a:avLst/>
            </a:prstGeom>
            <a:noFill/>
            <a:ln w="9525">
              <a:solidFill>
                <a:schemeClr val="tx1"/>
              </a:solidFill>
            </a:ln>
          </p:spPr>
          <p:txBody>
            <a:bodyPr wrap="square" rtlCol="0">
              <a:spAutoFit/>
            </a:bodyPr>
            <a:lstStyle/>
            <a:p>
              <a:r>
                <a:rPr lang="en-US" altLang="zh-CN" dirty="0"/>
                <a:t>Select * from t1 where c1 in (10,20,30);</a:t>
              </a:r>
              <a:endParaRPr lang="zh-CN" altLang="en-US" dirty="0"/>
            </a:p>
          </p:txBody>
        </p:sp>
        <p:sp>
          <p:nvSpPr>
            <p:cNvPr id="8" name="文本框 7">
              <a:extLst>
                <a:ext uri="{FF2B5EF4-FFF2-40B4-BE49-F238E27FC236}">
                  <a16:creationId xmlns:a16="http://schemas.microsoft.com/office/drawing/2014/main" id="{1831C6E7-449D-2FFA-0B37-C7C091688329}"/>
                </a:ext>
              </a:extLst>
            </p:cNvPr>
            <p:cNvSpPr txBox="1"/>
            <p:nvPr/>
          </p:nvSpPr>
          <p:spPr>
            <a:xfrm>
              <a:off x="1358537" y="3804090"/>
              <a:ext cx="5290457" cy="353943"/>
            </a:xfrm>
            <a:prstGeom prst="rect">
              <a:avLst/>
            </a:prstGeom>
            <a:noFill/>
            <a:ln w="9525">
              <a:solidFill>
                <a:schemeClr val="tx1"/>
              </a:solidFill>
            </a:ln>
          </p:spPr>
          <p:txBody>
            <a:bodyPr wrap="square" rtlCol="0">
              <a:spAutoFit/>
            </a:bodyPr>
            <a:lstStyle/>
            <a:p>
              <a:r>
                <a:rPr lang="en-US" altLang="zh-CN" dirty="0"/>
                <a:t>Select * from t1 where c1 =10 or c1=20 or c1=30;</a:t>
              </a:r>
              <a:endParaRPr lang="zh-CN" altLang="en-US" dirty="0"/>
            </a:p>
          </p:txBody>
        </p:sp>
        <p:sp>
          <p:nvSpPr>
            <p:cNvPr id="9" name="箭头: 下 8">
              <a:extLst>
                <a:ext uri="{FF2B5EF4-FFF2-40B4-BE49-F238E27FC236}">
                  <a16:creationId xmlns:a16="http://schemas.microsoft.com/office/drawing/2014/main" id="{A90CF100-AFC7-3C50-16F8-68BDA155FB36}"/>
                </a:ext>
              </a:extLst>
            </p:cNvPr>
            <p:cNvSpPr/>
            <p:nvPr/>
          </p:nvSpPr>
          <p:spPr bwMode="auto">
            <a:xfrm>
              <a:off x="3442063" y="2997926"/>
              <a:ext cx="444137" cy="687760"/>
            </a:xfrm>
            <a:prstGeom prst="downArrow">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2200344451"/>
      </p:ext>
    </p:extLst>
  </p:cSld>
  <p:clrMapOvr>
    <a:masterClrMapping/>
  </p:clrMapOvr>
  <p:transition advClick="0" advTm="8000">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E6B8A-9893-9553-0827-15C1193699E1}"/>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D992D3AA-4B72-A162-66D6-052E5719FB12}"/>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优化器（查询重写</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视图展开）</a:t>
            </a:r>
          </a:p>
        </p:txBody>
      </p:sp>
      <p:sp>
        <p:nvSpPr>
          <p:cNvPr id="5" name="文本框 4">
            <a:extLst>
              <a:ext uri="{FF2B5EF4-FFF2-40B4-BE49-F238E27FC236}">
                <a16:creationId xmlns:a16="http://schemas.microsoft.com/office/drawing/2014/main" id="{12846874-DE20-A858-3B9D-AC0733FBB28C}"/>
              </a:ext>
            </a:extLst>
          </p:cNvPr>
          <p:cNvSpPr txBox="1"/>
          <p:nvPr/>
        </p:nvSpPr>
        <p:spPr>
          <a:xfrm>
            <a:off x="973183" y="1004793"/>
            <a:ext cx="11038113" cy="96616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nSpc>
                <a:spcPct val="150000"/>
              </a:lnSpc>
            </a:pPr>
            <a:r>
              <a:rPr lang="zh-CN" altLang="en-US" sz="2000" b="1" dirty="0">
                <a:solidFill>
                  <a:srgbClr val="FF0000"/>
                </a:solidFill>
              </a:rPr>
              <a:t>视图展开：</a:t>
            </a:r>
            <a:r>
              <a:rPr lang="zh-CN" altLang="en-US" sz="2000" b="1" dirty="0">
                <a:solidFill>
                  <a:schemeClr val="tx1"/>
                </a:solidFill>
              </a:rPr>
              <a:t>视图是从逻辑上可以简化书写</a:t>
            </a:r>
            <a:r>
              <a:rPr lang="en-US" altLang="zh-CN" sz="2000" b="1" dirty="0">
                <a:solidFill>
                  <a:schemeClr val="tx1"/>
                </a:solidFill>
              </a:rPr>
              <a:t>SQL</a:t>
            </a:r>
            <a:r>
              <a:rPr lang="zh-CN" altLang="en-US" sz="2000" b="1" dirty="0">
                <a:solidFill>
                  <a:schemeClr val="tx1"/>
                </a:solidFill>
              </a:rPr>
              <a:t>的难度，提高查询的易用性，但视图本身是虚拟的，因此在查询重写过程中，需要将试图展开。</a:t>
            </a:r>
            <a:endParaRPr lang="en-US" altLang="zh-CN" sz="2000" dirty="0">
              <a:solidFill>
                <a:schemeClr val="tx1"/>
              </a:solidFill>
            </a:endParaRPr>
          </a:p>
        </p:txBody>
      </p:sp>
      <p:sp>
        <p:nvSpPr>
          <p:cNvPr id="14" name="文本框 13">
            <a:extLst>
              <a:ext uri="{FF2B5EF4-FFF2-40B4-BE49-F238E27FC236}">
                <a16:creationId xmlns:a16="http://schemas.microsoft.com/office/drawing/2014/main" id="{C2AEEA9E-DA23-E5B0-205D-DCFCFC6150E8}"/>
              </a:ext>
            </a:extLst>
          </p:cNvPr>
          <p:cNvSpPr txBox="1"/>
          <p:nvPr/>
        </p:nvSpPr>
        <p:spPr>
          <a:xfrm>
            <a:off x="1325880" y="2357846"/>
            <a:ext cx="6773091" cy="877163"/>
          </a:xfrm>
          <a:prstGeom prst="rect">
            <a:avLst/>
          </a:prstGeom>
          <a:noFill/>
          <a:ln w="12700">
            <a:solidFill>
              <a:schemeClr val="tx1"/>
            </a:solidFill>
          </a:ln>
        </p:spPr>
        <p:txBody>
          <a:bodyPr wrap="square" rtlCol="0">
            <a:spAutoFit/>
          </a:bodyPr>
          <a:lstStyle/>
          <a:p>
            <a:r>
              <a:rPr lang="en-US" altLang="zh-CN" dirty="0"/>
              <a:t>Create view v1 as select * from t1 join t2 where t1.c1 = t2.c1;</a:t>
            </a:r>
          </a:p>
          <a:p>
            <a:endParaRPr lang="en-US" altLang="zh-CN" dirty="0"/>
          </a:p>
          <a:p>
            <a:r>
              <a:rPr lang="en-US" altLang="zh-CN" dirty="0"/>
              <a:t>Select * from v1;</a:t>
            </a:r>
            <a:endParaRPr lang="zh-CN" altLang="en-US" dirty="0"/>
          </a:p>
        </p:txBody>
      </p:sp>
      <p:sp>
        <p:nvSpPr>
          <p:cNvPr id="17" name="文本框 16">
            <a:extLst>
              <a:ext uri="{FF2B5EF4-FFF2-40B4-BE49-F238E27FC236}">
                <a16:creationId xmlns:a16="http://schemas.microsoft.com/office/drawing/2014/main" id="{B6C9D5D1-D74A-BD56-2173-444380144FE0}"/>
              </a:ext>
            </a:extLst>
          </p:cNvPr>
          <p:cNvSpPr txBox="1"/>
          <p:nvPr/>
        </p:nvSpPr>
        <p:spPr>
          <a:xfrm>
            <a:off x="1373778" y="3875314"/>
            <a:ext cx="6725194" cy="615553"/>
          </a:xfrm>
          <a:prstGeom prst="rect">
            <a:avLst/>
          </a:prstGeom>
          <a:noFill/>
          <a:ln w="12700">
            <a:solidFill>
              <a:schemeClr val="tx1"/>
            </a:solidFill>
          </a:ln>
          <a:effectLst/>
        </p:spPr>
        <p:txBody>
          <a:bodyPr wrap="square" rtlCol="0">
            <a:spAutoFit/>
          </a:bodyPr>
          <a:lstStyle/>
          <a:p>
            <a:r>
              <a:rPr lang="en-US" altLang="zh-CN" dirty="0"/>
              <a:t>Select * from (select * from t1 join t2 where t1.c1 = t2.c1) as v1;</a:t>
            </a:r>
          </a:p>
          <a:p>
            <a:endParaRPr lang="zh-CN" altLang="en-US" dirty="0"/>
          </a:p>
        </p:txBody>
      </p:sp>
      <p:sp>
        <p:nvSpPr>
          <p:cNvPr id="18" name="文本框 17">
            <a:extLst>
              <a:ext uri="{FF2B5EF4-FFF2-40B4-BE49-F238E27FC236}">
                <a16:creationId xmlns:a16="http://schemas.microsoft.com/office/drawing/2014/main" id="{68295AD1-F184-72C9-5994-96808366B984}"/>
              </a:ext>
            </a:extLst>
          </p:cNvPr>
          <p:cNvSpPr txBox="1"/>
          <p:nvPr/>
        </p:nvSpPr>
        <p:spPr>
          <a:xfrm>
            <a:off x="1373778" y="5229497"/>
            <a:ext cx="6725194" cy="615553"/>
          </a:xfrm>
          <a:prstGeom prst="rect">
            <a:avLst/>
          </a:prstGeom>
          <a:noFill/>
          <a:ln w="12700">
            <a:solidFill>
              <a:schemeClr val="tx1"/>
            </a:solidFill>
          </a:ln>
          <a:effectLst/>
        </p:spPr>
        <p:txBody>
          <a:bodyPr wrap="square" rtlCol="0">
            <a:spAutoFit/>
          </a:bodyPr>
          <a:lstStyle/>
          <a:p>
            <a:r>
              <a:rPr lang="en-US" altLang="zh-CN" dirty="0"/>
              <a:t>select * from t1 join t2 where t1.c1 = t2.c1;</a:t>
            </a:r>
          </a:p>
          <a:p>
            <a:endParaRPr lang="zh-CN" altLang="en-US" dirty="0"/>
          </a:p>
        </p:txBody>
      </p:sp>
      <p:sp>
        <p:nvSpPr>
          <p:cNvPr id="23" name="箭头: 下 22">
            <a:extLst>
              <a:ext uri="{FF2B5EF4-FFF2-40B4-BE49-F238E27FC236}">
                <a16:creationId xmlns:a16="http://schemas.microsoft.com/office/drawing/2014/main" id="{39CCDA7E-16EF-2A3A-35D3-1C3452B548BC}"/>
              </a:ext>
            </a:extLst>
          </p:cNvPr>
          <p:cNvSpPr/>
          <p:nvPr/>
        </p:nvSpPr>
        <p:spPr bwMode="auto">
          <a:xfrm>
            <a:off x="3990703" y="3259761"/>
            <a:ext cx="372291" cy="615553"/>
          </a:xfrm>
          <a:prstGeom prst="downArrow">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4" name="箭头: 下 23">
            <a:extLst>
              <a:ext uri="{FF2B5EF4-FFF2-40B4-BE49-F238E27FC236}">
                <a16:creationId xmlns:a16="http://schemas.microsoft.com/office/drawing/2014/main" id="{B8876A10-0C71-DCD8-7789-02B9B3B4615C}"/>
              </a:ext>
            </a:extLst>
          </p:cNvPr>
          <p:cNvSpPr/>
          <p:nvPr/>
        </p:nvSpPr>
        <p:spPr bwMode="auto">
          <a:xfrm>
            <a:off x="3990702" y="4613944"/>
            <a:ext cx="372291" cy="615553"/>
          </a:xfrm>
          <a:prstGeom prst="downArrow">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37092538"/>
      </p:ext>
    </p:extLst>
  </p:cSld>
  <p:clrMapOvr>
    <a:masterClrMapping/>
  </p:clrMapOvr>
  <p:transition advClick="0" advTm="8000">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55095-5AC1-F3DA-1F79-424FF12A0979}"/>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7E53771D-A85F-7FC3-E66F-1AE8BCAD210C}"/>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优化器（路径搜索）</a:t>
            </a:r>
          </a:p>
        </p:txBody>
      </p:sp>
      <p:sp>
        <p:nvSpPr>
          <p:cNvPr id="2" name="文本框 1">
            <a:extLst>
              <a:ext uri="{FF2B5EF4-FFF2-40B4-BE49-F238E27FC236}">
                <a16:creationId xmlns:a16="http://schemas.microsoft.com/office/drawing/2014/main" id="{6454922B-D865-6565-7DA7-C06AD8C95667}"/>
              </a:ext>
            </a:extLst>
          </p:cNvPr>
          <p:cNvSpPr txBox="1"/>
          <p:nvPr/>
        </p:nvSpPr>
        <p:spPr>
          <a:xfrm>
            <a:off x="765274" y="1403136"/>
            <a:ext cx="12181115" cy="615553"/>
          </a:xfrm>
          <a:prstGeom prst="rect">
            <a:avLst/>
          </a:prstGeom>
          <a:noFill/>
        </p:spPr>
        <p:txBody>
          <a:bodyPr wrap="square" rtlCol="0">
            <a:spAutoFit/>
          </a:bodyPr>
          <a:lstStyle/>
          <a:p>
            <a:r>
              <a:rPr lang="zh-CN" altLang="en-US" dirty="0"/>
              <a:t>优化器最核心的问题就是获取</a:t>
            </a:r>
            <a:r>
              <a:rPr lang="en-US" altLang="zh-CN" dirty="0"/>
              <a:t>SQL</a:t>
            </a:r>
            <a:r>
              <a:rPr lang="zh-CN" altLang="en-US" dirty="0"/>
              <a:t>语句执行的最优解。一个</a:t>
            </a:r>
            <a:r>
              <a:rPr lang="en-US" altLang="zh-CN" dirty="0"/>
              <a:t>SQL</a:t>
            </a:r>
            <a:r>
              <a:rPr lang="zh-CN" altLang="en-US" dirty="0"/>
              <a:t>语句通常有多重执行路径，这些候选执行路径执行结果相同，但是执行效率不同，需要通过计算，获取最优的执行路径。</a:t>
            </a:r>
            <a:endParaRPr lang="en-US" altLang="zh-CN" dirty="0"/>
          </a:p>
        </p:txBody>
      </p:sp>
      <p:grpSp>
        <p:nvGrpSpPr>
          <p:cNvPr id="53" name="组合 52">
            <a:extLst>
              <a:ext uri="{FF2B5EF4-FFF2-40B4-BE49-F238E27FC236}">
                <a16:creationId xmlns:a16="http://schemas.microsoft.com/office/drawing/2014/main" id="{650B7C15-6B75-A0F1-70AC-5086600281BE}"/>
              </a:ext>
            </a:extLst>
          </p:cNvPr>
          <p:cNvGrpSpPr/>
          <p:nvPr/>
        </p:nvGrpSpPr>
        <p:grpSpPr>
          <a:xfrm>
            <a:off x="6174513" y="2019167"/>
            <a:ext cx="3335248" cy="2167957"/>
            <a:chOff x="6551023" y="1828800"/>
            <a:chExt cx="3918857" cy="2527663"/>
          </a:xfrm>
        </p:grpSpPr>
        <p:grpSp>
          <p:nvGrpSpPr>
            <p:cNvPr id="46" name="组合 45">
              <a:extLst>
                <a:ext uri="{FF2B5EF4-FFF2-40B4-BE49-F238E27FC236}">
                  <a16:creationId xmlns:a16="http://schemas.microsoft.com/office/drawing/2014/main" id="{4A910A73-48B6-CC93-7797-960CD05F0CC9}"/>
                </a:ext>
              </a:extLst>
            </p:cNvPr>
            <p:cNvGrpSpPr/>
            <p:nvPr/>
          </p:nvGrpSpPr>
          <p:grpSpPr>
            <a:xfrm>
              <a:off x="6551023" y="1828800"/>
              <a:ext cx="3918857" cy="2527663"/>
              <a:chOff x="6518366" y="1828800"/>
              <a:chExt cx="3918857" cy="2527663"/>
            </a:xfrm>
          </p:grpSpPr>
          <p:sp>
            <p:nvSpPr>
              <p:cNvPr id="3" name="文本框 2">
                <a:extLst>
                  <a:ext uri="{FF2B5EF4-FFF2-40B4-BE49-F238E27FC236}">
                    <a16:creationId xmlns:a16="http://schemas.microsoft.com/office/drawing/2014/main" id="{397A0F58-640B-9BFE-882A-5E9EFB440AD4}"/>
                  </a:ext>
                </a:extLst>
              </p:cNvPr>
              <p:cNvSpPr txBox="1"/>
              <p:nvPr/>
            </p:nvSpPr>
            <p:spPr>
              <a:xfrm>
                <a:off x="7018020" y="2034540"/>
                <a:ext cx="804454" cy="322958"/>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sz="1200" dirty="0"/>
                  <a:t>左深树</a:t>
                </a:r>
              </a:p>
            </p:txBody>
          </p:sp>
          <p:sp>
            <p:nvSpPr>
              <p:cNvPr id="6" name="文本框 5">
                <a:extLst>
                  <a:ext uri="{FF2B5EF4-FFF2-40B4-BE49-F238E27FC236}">
                    <a16:creationId xmlns:a16="http://schemas.microsoft.com/office/drawing/2014/main" id="{723742DE-A6E2-432C-9C93-2B24FA82F2B7}"/>
                  </a:ext>
                </a:extLst>
              </p:cNvPr>
              <p:cNvSpPr txBox="1"/>
              <p:nvPr/>
            </p:nvSpPr>
            <p:spPr>
              <a:xfrm>
                <a:off x="8600803" y="2034539"/>
                <a:ext cx="804454" cy="287074"/>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1000" dirty="0" err="1"/>
                  <a:t>JoinExpr</a:t>
                </a:r>
                <a:endParaRPr lang="zh-CN" altLang="en-US" sz="1000" dirty="0"/>
              </a:p>
            </p:txBody>
          </p:sp>
          <p:sp>
            <p:nvSpPr>
              <p:cNvPr id="7" name="文本框 6">
                <a:extLst>
                  <a:ext uri="{FF2B5EF4-FFF2-40B4-BE49-F238E27FC236}">
                    <a16:creationId xmlns:a16="http://schemas.microsoft.com/office/drawing/2014/main" id="{80E7F0C2-DF79-7DFB-BB38-900A8E30D7C6}"/>
                  </a:ext>
                </a:extLst>
              </p:cNvPr>
              <p:cNvSpPr txBox="1"/>
              <p:nvPr/>
            </p:nvSpPr>
            <p:spPr>
              <a:xfrm>
                <a:off x="7700554" y="2544844"/>
                <a:ext cx="804454" cy="287074"/>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1000" dirty="0" err="1"/>
                  <a:t>JoinExpr</a:t>
                </a:r>
                <a:endParaRPr lang="zh-CN" altLang="en-US" sz="1000" dirty="0"/>
              </a:p>
            </p:txBody>
          </p:sp>
          <p:sp>
            <p:nvSpPr>
              <p:cNvPr id="8" name="文本框 7">
                <a:extLst>
                  <a:ext uri="{FF2B5EF4-FFF2-40B4-BE49-F238E27FC236}">
                    <a16:creationId xmlns:a16="http://schemas.microsoft.com/office/drawing/2014/main" id="{D60D8A56-AB72-FB8B-75FC-22F541D67B37}"/>
                  </a:ext>
                </a:extLst>
              </p:cNvPr>
              <p:cNvSpPr txBox="1"/>
              <p:nvPr/>
            </p:nvSpPr>
            <p:spPr>
              <a:xfrm>
                <a:off x="7200106" y="3123142"/>
                <a:ext cx="804454" cy="287074"/>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1000" dirty="0" err="1"/>
                  <a:t>JoinExpr</a:t>
                </a:r>
                <a:endParaRPr lang="zh-CN" altLang="en-US" sz="1000" dirty="0"/>
              </a:p>
            </p:txBody>
          </p:sp>
          <p:grpSp>
            <p:nvGrpSpPr>
              <p:cNvPr id="25" name="组合 24">
                <a:extLst>
                  <a:ext uri="{FF2B5EF4-FFF2-40B4-BE49-F238E27FC236}">
                    <a16:creationId xmlns:a16="http://schemas.microsoft.com/office/drawing/2014/main" id="{2183DE24-012E-A358-F542-7BB40BE24342}"/>
                  </a:ext>
                </a:extLst>
              </p:cNvPr>
              <p:cNvGrpSpPr/>
              <p:nvPr/>
            </p:nvGrpSpPr>
            <p:grpSpPr>
              <a:xfrm>
                <a:off x="7940334" y="3630622"/>
                <a:ext cx="542109" cy="515983"/>
                <a:chOff x="7940334" y="3630622"/>
                <a:chExt cx="542109" cy="515983"/>
              </a:xfrm>
            </p:grpSpPr>
            <p:sp>
              <p:nvSpPr>
                <p:cNvPr id="21" name="流程图: 接点 20">
                  <a:extLst>
                    <a:ext uri="{FF2B5EF4-FFF2-40B4-BE49-F238E27FC236}">
                      <a16:creationId xmlns:a16="http://schemas.microsoft.com/office/drawing/2014/main" id="{EC98C6A3-A547-49EC-1016-6DDDF6235166}"/>
                    </a:ext>
                  </a:extLst>
                </p:cNvPr>
                <p:cNvSpPr/>
                <p:nvPr/>
              </p:nvSpPr>
              <p:spPr bwMode="auto">
                <a:xfrm>
                  <a:off x="7940334" y="3630622"/>
                  <a:ext cx="542109" cy="515983"/>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dirty="0">
                    <a:ln>
                      <a:solidFill>
                        <a:schemeClr val="tx2"/>
                      </a:solidFill>
                    </a:ln>
                    <a:solidFill>
                      <a:schemeClr val="accent1">
                        <a:lumMod val="40000"/>
                        <a:lumOff val="60000"/>
                      </a:schemeClr>
                    </a:solidFill>
                    <a:effectLst/>
                    <a:latin typeface="Arial" panose="020B0604020202020204" pitchFamily="34" charset="0"/>
                    <a:ea typeface="宋体" panose="02010600030101010101" pitchFamily="2" charset="-122"/>
                  </a:endParaRPr>
                </a:p>
              </p:txBody>
            </p:sp>
            <p:sp>
              <p:nvSpPr>
                <p:cNvPr id="22" name="文本框 21">
                  <a:extLst>
                    <a:ext uri="{FF2B5EF4-FFF2-40B4-BE49-F238E27FC236}">
                      <a16:creationId xmlns:a16="http://schemas.microsoft.com/office/drawing/2014/main" id="{4A4EEB0D-93AF-09ED-1C91-FF7D1C51C033}"/>
                    </a:ext>
                  </a:extLst>
                </p:cNvPr>
                <p:cNvSpPr txBox="1"/>
                <p:nvPr/>
              </p:nvSpPr>
              <p:spPr>
                <a:xfrm flipH="1">
                  <a:off x="8004560" y="3701440"/>
                  <a:ext cx="413659" cy="322958"/>
                </a:xfrm>
                <a:prstGeom prst="rect">
                  <a:avLst/>
                </a:prstGeom>
                <a:solidFill>
                  <a:schemeClr val="bg1">
                    <a:lumMod val="85000"/>
                  </a:schemeClr>
                </a:solidFill>
              </p:spPr>
              <p:txBody>
                <a:bodyPr wrap="square" rtlCol="0">
                  <a:spAutoFit/>
                </a:bodyPr>
                <a:lstStyle/>
                <a:p>
                  <a:pPr algn="ctr"/>
                  <a:r>
                    <a:rPr lang="en-US" altLang="zh-CN" sz="1200" dirty="0"/>
                    <a:t>t2</a:t>
                  </a:r>
                </a:p>
              </p:txBody>
            </p:sp>
          </p:grpSp>
          <p:grpSp>
            <p:nvGrpSpPr>
              <p:cNvPr id="26" name="组合 25">
                <a:extLst>
                  <a:ext uri="{FF2B5EF4-FFF2-40B4-BE49-F238E27FC236}">
                    <a16:creationId xmlns:a16="http://schemas.microsoft.com/office/drawing/2014/main" id="{D18566AE-6F62-775A-F44F-9E8B4287DE9C}"/>
                  </a:ext>
                </a:extLst>
              </p:cNvPr>
              <p:cNvGrpSpPr/>
              <p:nvPr/>
            </p:nvGrpSpPr>
            <p:grpSpPr>
              <a:xfrm>
                <a:off x="8863148" y="3108960"/>
                <a:ext cx="542109" cy="515983"/>
                <a:chOff x="7940334" y="3630622"/>
                <a:chExt cx="542109" cy="515983"/>
              </a:xfrm>
            </p:grpSpPr>
            <p:sp>
              <p:nvSpPr>
                <p:cNvPr id="27" name="流程图: 接点 26">
                  <a:extLst>
                    <a:ext uri="{FF2B5EF4-FFF2-40B4-BE49-F238E27FC236}">
                      <a16:creationId xmlns:a16="http://schemas.microsoft.com/office/drawing/2014/main" id="{396B5BC1-FA47-1B13-5242-4B416F049B7A}"/>
                    </a:ext>
                  </a:extLst>
                </p:cNvPr>
                <p:cNvSpPr/>
                <p:nvPr/>
              </p:nvSpPr>
              <p:spPr bwMode="auto">
                <a:xfrm>
                  <a:off x="7940334" y="3630622"/>
                  <a:ext cx="542109" cy="515983"/>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dirty="0">
                    <a:ln>
                      <a:solidFill>
                        <a:schemeClr val="tx2"/>
                      </a:solidFill>
                    </a:ln>
                    <a:solidFill>
                      <a:schemeClr val="accent1">
                        <a:lumMod val="40000"/>
                        <a:lumOff val="60000"/>
                      </a:schemeClr>
                    </a:solidFill>
                    <a:effectLst/>
                    <a:latin typeface="Arial" panose="020B0604020202020204" pitchFamily="34" charset="0"/>
                    <a:ea typeface="宋体" panose="02010600030101010101" pitchFamily="2" charset="-122"/>
                  </a:endParaRPr>
                </a:p>
              </p:txBody>
            </p:sp>
            <p:sp>
              <p:nvSpPr>
                <p:cNvPr id="28" name="文本框 27">
                  <a:extLst>
                    <a:ext uri="{FF2B5EF4-FFF2-40B4-BE49-F238E27FC236}">
                      <a16:creationId xmlns:a16="http://schemas.microsoft.com/office/drawing/2014/main" id="{848AE8C1-E42E-28C5-C899-2A2453F6796E}"/>
                    </a:ext>
                  </a:extLst>
                </p:cNvPr>
                <p:cNvSpPr txBox="1"/>
                <p:nvPr/>
              </p:nvSpPr>
              <p:spPr>
                <a:xfrm flipH="1">
                  <a:off x="8004560" y="3701440"/>
                  <a:ext cx="413659" cy="322958"/>
                </a:xfrm>
                <a:prstGeom prst="rect">
                  <a:avLst/>
                </a:prstGeom>
                <a:solidFill>
                  <a:schemeClr val="bg1">
                    <a:lumMod val="85000"/>
                  </a:schemeClr>
                </a:solidFill>
              </p:spPr>
              <p:txBody>
                <a:bodyPr wrap="square" rtlCol="0">
                  <a:spAutoFit/>
                </a:bodyPr>
                <a:lstStyle/>
                <a:p>
                  <a:pPr algn="ctr"/>
                  <a:r>
                    <a:rPr lang="en-US" altLang="zh-CN" sz="1200" dirty="0"/>
                    <a:t>t3</a:t>
                  </a:r>
                </a:p>
              </p:txBody>
            </p:sp>
          </p:grpSp>
          <p:grpSp>
            <p:nvGrpSpPr>
              <p:cNvPr id="29" name="组合 28">
                <a:extLst>
                  <a:ext uri="{FF2B5EF4-FFF2-40B4-BE49-F238E27FC236}">
                    <a16:creationId xmlns:a16="http://schemas.microsoft.com/office/drawing/2014/main" id="{D3E3DE6B-802D-A115-A9B1-DF1CDA589A10}"/>
                  </a:ext>
                </a:extLst>
              </p:cNvPr>
              <p:cNvGrpSpPr/>
              <p:nvPr/>
            </p:nvGrpSpPr>
            <p:grpSpPr>
              <a:xfrm>
                <a:off x="9656172" y="2563851"/>
                <a:ext cx="542109" cy="515983"/>
                <a:chOff x="7940334" y="3630622"/>
                <a:chExt cx="542109" cy="515983"/>
              </a:xfrm>
            </p:grpSpPr>
            <p:sp>
              <p:nvSpPr>
                <p:cNvPr id="30" name="流程图: 接点 29">
                  <a:extLst>
                    <a:ext uri="{FF2B5EF4-FFF2-40B4-BE49-F238E27FC236}">
                      <a16:creationId xmlns:a16="http://schemas.microsoft.com/office/drawing/2014/main" id="{3A44A79F-1259-C529-7259-E1EA2B2A2D8D}"/>
                    </a:ext>
                  </a:extLst>
                </p:cNvPr>
                <p:cNvSpPr/>
                <p:nvPr/>
              </p:nvSpPr>
              <p:spPr bwMode="auto">
                <a:xfrm>
                  <a:off x="7940334" y="3630622"/>
                  <a:ext cx="542109" cy="515983"/>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dirty="0">
                    <a:ln>
                      <a:solidFill>
                        <a:schemeClr val="tx2"/>
                      </a:solidFill>
                    </a:ln>
                    <a:solidFill>
                      <a:schemeClr val="accent1">
                        <a:lumMod val="40000"/>
                        <a:lumOff val="60000"/>
                      </a:schemeClr>
                    </a:solidFill>
                    <a:effectLst/>
                    <a:latin typeface="Arial" panose="020B0604020202020204" pitchFamily="34" charset="0"/>
                    <a:ea typeface="宋体" panose="02010600030101010101" pitchFamily="2" charset="-122"/>
                  </a:endParaRPr>
                </a:p>
              </p:txBody>
            </p:sp>
            <p:sp>
              <p:nvSpPr>
                <p:cNvPr id="31" name="文本框 30">
                  <a:extLst>
                    <a:ext uri="{FF2B5EF4-FFF2-40B4-BE49-F238E27FC236}">
                      <a16:creationId xmlns:a16="http://schemas.microsoft.com/office/drawing/2014/main" id="{869C1C68-C895-FB7B-59A0-9C12E95E69D3}"/>
                    </a:ext>
                  </a:extLst>
                </p:cNvPr>
                <p:cNvSpPr txBox="1"/>
                <p:nvPr/>
              </p:nvSpPr>
              <p:spPr>
                <a:xfrm flipH="1">
                  <a:off x="8004560" y="3701440"/>
                  <a:ext cx="413659" cy="322958"/>
                </a:xfrm>
                <a:prstGeom prst="rect">
                  <a:avLst/>
                </a:prstGeom>
                <a:solidFill>
                  <a:schemeClr val="bg1">
                    <a:lumMod val="85000"/>
                  </a:schemeClr>
                </a:solidFill>
              </p:spPr>
              <p:txBody>
                <a:bodyPr wrap="square" rtlCol="0">
                  <a:spAutoFit/>
                </a:bodyPr>
                <a:lstStyle/>
                <a:p>
                  <a:pPr algn="ctr"/>
                  <a:r>
                    <a:rPr lang="en-US" altLang="zh-CN" sz="1200" dirty="0"/>
                    <a:t>t4</a:t>
                  </a:r>
                </a:p>
              </p:txBody>
            </p:sp>
          </p:grpSp>
          <p:cxnSp>
            <p:nvCxnSpPr>
              <p:cNvPr id="33" name="直接连接符 32">
                <a:extLst>
                  <a:ext uri="{FF2B5EF4-FFF2-40B4-BE49-F238E27FC236}">
                    <a16:creationId xmlns:a16="http://schemas.microsoft.com/office/drawing/2014/main" id="{6DD4F62F-9FA0-BE7E-1847-E454A396BAA7}"/>
                  </a:ext>
                </a:extLst>
              </p:cNvPr>
              <p:cNvCxnSpPr/>
              <p:nvPr/>
            </p:nvCxnSpPr>
            <p:spPr bwMode="auto">
              <a:xfrm flipH="1">
                <a:off x="8211388" y="2311538"/>
                <a:ext cx="389415" cy="233306"/>
              </a:xfrm>
              <a:prstGeom prst="line">
                <a:avLst/>
              </a:prstGeom>
            </p:spPr>
            <p:style>
              <a:lnRef idx="1">
                <a:schemeClr val="dk1"/>
              </a:lnRef>
              <a:fillRef idx="0">
                <a:schemeClr val="dk1"/>
              </a:fillRef>
              <a:effectRef idx="0">
                <a:schemeClr val="dk1"/>
              </a:effectRef>
              <a:fontRef idx="minor">
                <a:schemeClr val="tx1"/>
              </a:fontRef>
            </p:style>
          </p:cxnSp>
          <p:cxnSp>
            <p:nvCxnSpPr>
              <p:cNvPr id="34" name="直接连接符 33">
                <a:extLst>
                  <a:ext uri="{FF2B5EF4-FFF2-40B4-BE49-F238E27FC236}">
                    <a16:creationId xmlns:a16="http://schemas.microsoft.com/office/drawing/2014/main" id="{920B01F7-7612-5142-1A1C-B8F023E8FD81}"/>
                  </a:ext>
                </a:extLst>
              </p:cNvPr>
              <p:cNvCxnSpPr/>
              <p:nvPr/>
            </p:nvCxnSpPr>
            <p:spPr bwMode="auto">
              <a:xfrm flipH="1">
                <a:off x="7564232" y="2861032"/>
                <a:ext cx="389415" cy="233306"/>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524A1CD1-EDBD-F84E-A330-F5F01683AE5E}"/>
                  </a:ext>
                </a:extLst>
              </p:cNvPr>
              <p:cNvCxnSpPr>
                <a:cxnSpLocks/>
                <a:endCxn id="21" idx="1"/>
              </p:cNvCxnSpPr>
              <p:nvPr/>
            </p:nvCxnSpPr>
            <p:spPr bwMode="auto">
              <a:xfrm>
                <a:off x="7503433" y="3395637"/>
                <a:ext cx="516291" cy="310549"/>
              </a:xfrm>
              <a:prstGeom prst="line">
                <a:avLst/>
              </a:prstGeom>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75CC6D03-6C67-438B-CBCD-FE365759FE5C}"/>
                  </a:ext>
                </a:extLst>
              </p:cNvPr>
              <p:cNvCxnSpPr>
                <a:cxnSpLocks/>
              </p:cNvCxnSpPr>
              <p:nvPr/>
            </p:nvCxnSpPr>
            <p:spPr bwMode="auto">
              <a:xfrm>
                <a:off x="8341436" y="2842956"/>
                <a:ext cx="516291" cy="310549"/>
              </a:xfrm>
              <a:prstGeom prst="line">
                <a:avLst/>
              </a:prstGeom>
            </p:spPr>
            <p:style>
              <a:lnRef idx="1">
                <a:schemeClr val="dk1"/>
              </a:lnRef>
              <a:fillRef idx="0">
                <a:schemeClr val="dk1"/>
              </a:fillRef>
              <a:effectRef idx="0">
                <a:schemeClr val="dk1"/>
              </a:effectRef>
              <a:fontRef idx="minor">
                <a:schemeClr val="tx1"/>
              </a:fontRef>
            </p:style>
          </p:cxnSp>
          <p:cxnSp>
            <p:nvCxnSpPr>
              <p:cNvPr id="41" name="直接连接符 40">
                <a:extLst>
                  <a:ext uri="{FF2B5EF4-FFF2-40B4-BE49-F238E27FC236}">
                    <a16:creationId xmlns:a16="http://schemas.microsoft.com/office/drawing/2014/main" id="{223B1FCD-351B-1322-EC08-EEF9D1965948}"/>
                  </a:ext>
                </a:extLst>
              </p:cNvPr>
              <p:cNvCxnSpPr>
                <a:cxnSpLocks/>
              </p:cNvCxnSpPr>
              <p:nvPr/>
            </p:nvCxnSpPr>
            <p:spPr bwMode="auto">
              <a:xfrm>
                <a:off x="9207917" y="2333101"/>
                <a:ext cx="516291" cy="310549"/>
              </a:xfrm>
              <a:prstGeom prst="line">
                <a:avLst/>
              </a:prstGeom>
            </p:spPr>
            <p:style>
              <a:lnRef idx="1">
                <a:schemeClr val="dk1"/>
              </a:lnRef>
              <a:fillRef idx="0">
                <a:schemeClr val="dk1"/>
              </a:fillRef>
              <a:effectRef idx="0">
                <a:schemeClr val="dk1"/>
              </a:effectRef>
              <a:fontRef idx="minor">
                <a:schemeClr val="tx1"/>
              </a:fontRef>
            </p:style>
          </p:cxnSp>
          <p:sp>
            <p:nvSpPr>
              <p:cNvPr id="42" name="矩形 41">
                <a:extLst>
                  <a:ext uri="{FF2B5EF4-FFF2-40B4-BE49-F238E27FC236}">
                    <a16:creationId xmlns:a16="http://schemas.microsoft.com/office/drawing/2014/main" id="{143C0362-21CE-3EAD-B113-FD3B806B6CE7}"/>
                  </a:ext>
                </a:extLst>
              </p:cNvPr>
              <p:cNvSpPr/>
              <p:nvPr/>
            </p:nvSpPr>
            <p:spPr bwMode="auto">
              <a:xfrm>
                <a:off x="6518366" y="1828800"/>
                <a:ext cx="3918857" cy="2527663"/>
              </a:xfrm>
              <a:prstGeom prst="rect">
                <a:avLst/>
              </a:prstGeom>
              <a:noFill/>
              <a:ln>
                <a:solidFill>
                  <a:schemeClr val="tx1"/>
                </a:solidFill>
                <a:prstDash val="dash"/>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cxnSp>
          <p:nvCxnSpPr>
            <p:cNvPr id="47" name="直接连接符 46">
              <a:extLst>
                <a:ext uri="{FF2B5EF4-FFF2-40B4-BE49-F238E27FC236}">
                  <a16:creationId xmlns:a16="http://schemas.microsoft.com/office/drawing/2014/main" id="{654D9AD7-2EF6-F2A9-6059-769E2EFACEA6}"/>
                </a:ext>
              </a:extLst>
            </p:cNvPr>
            <p:cNvCxnSpPr>
              <a:cxnSpLocks/>
            </p:cNvCxnSpPr>
            <p:nvPr/>
          </p:nvCxnSpPr>
          <p:spPr bwMode="auto">
            <a:xfrm flipH="1">
              <a:off x="7128778" y="3400141"/>
              <a:ext cx="394632" cy="301299"/>
            </a:xfrm>
            <a:prstGeom prst="line">
              <a:avLst/>
            </a:prstGeom>
          </p:spPr>
          <p:style>
            <a:lnRef idx="1">
              <a:schemeClr val="dk1"/>
            </a:lnRef>
            <a:fillRef idx="0">
              <a:schemeClr val="dk1"/>
            </a:fillRef>
            <a:effectRef idx="0">
              <a:schemeClr val="dk1"/>
            </a:effectRef>
            <a:fontRef idx="minor">
              <a:schemeClr val="tx1"/>
            </a:fontRef>
          </p:style>
        </p:cxnSp>
        <p:sp>
          <p:nvSpPr>
            <p:cNvPr id="52" name="流程图: 接点 51">
              <a:extLst>
                <a:ext uri="{FF2B5EF4-FFF2-40B4-BE49-F238E27FC236}">
                  <a16:creationId xmlns:a16="http://schemas.microsoft.com/office/drawing/2014/main" id="{CE8A8D12-DF79-F5B8-F70F-B474892474BE}"/>
                </a:ext>
              </a:extLst>
            </p:cNvPr>
            <p:cNvSpPr/>
            <p:nvPr/>
          </p:nvSpPr>
          <p:spPr bwMode="auto">
            <a:xfrm>
              <a:off x="6783985" y="3701441"/>
              <a:ext cx="542109" cy="510304"/>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200" b="0" i="0" u="none" strike="noStrike" cap="none" normalizeH="0" baseline="0" dirty="0">
                  <a:ln>
                    <a:solidFill>
                      <a:schemeClr val="tx1"/>
                    </a:solidFill>
                  </a:ln>
                  <a:effectLst/>
                  <a:latin typeface="Arial" panose="020B0604020202020204" pitchFamily="34" charset="0"/>
                  <a:ea typeface="宋体" panose="02010600030101010101" pitchFamily="2" charset="-122"/>
                </a:rPr>
                <a:t>t1</a:t>
              </a:r>
              <a:endParaRPr kumimoji="0" lang="zh-CN" altLang="en-US" sz="1200" b="0" i="0" u="none" strike="noStrike" cap="none" normalizeH="0" baseline="0" dirty="0">
                <a:ln>
                  <a:solidFill>
                    <a:schemeClr val="tx1"/>
                  </a:solidFill>
                </a:ln>
                <a:effectLst/>
                <a:latin typeface="Arial" panose="020B0604020202020204" pitchFamily="34" charset="0"/>
                <a:ea typeface="宋体" panose="02010600030101010101" pitchFamily="2" charset="-122"/>
              </a:endParaRPr>
            </a:p>
          </p:txBody>
        </p:sp>
      </p:grpSp>
      <p:sp>
        <p:nvSpPr>
          <p:cNvPr id="55" name="文本框 54">
            <a:extLst>
              <a:ext uri="{FF2B5EF4-FFF2-40B4-BE49-F238E27FC236}">
                <a16:creationId xmlns:a16="http://schemas.microsoft.com/office/drawing/2014/main" id="{E2AFB5E4-564F-89FA-DAEE-6A7508914298}"/>
              </a:ext>
            </a:extLst>
          </p:cNvPr>
          <p:cNvSpPr txBox="1"/>
          <p:nvPr/>
        </p:nvSpPr>
        <p:spPr>
          <a:xfrm>
            <a:off x="817677" y="2365936"/>
            <a:ext cx="5167744" cy="4408899"/>
          </a:xfrm>
          <a:prstGeom prst="rect">
            <a:avLst/>
          </a:prstGeom>
          <a:noFill/>
        </p:spPr>
        <p:txBody>
          <a:bodyPr wrap="square" rtlCol="0">
            <a:spAutoFit/>
          </a:bodyPr>
          <a:lstStyle/>
          <a:p>
            <a:r>
              <a:rPr lang="zh-CN" altLang="en-US" b="1" dirty="0"/>
              <a:t>路径：</a:t>
            </a:r>
            <a:r>
              <a:rPr lang="zh-CN" altLang="en-US" dirty="0"/>
              <a:t>扫描</a:t>
            </a:r>
            <a:r>
              <a:rPr lang="en-US" altLang="zh-CN" dirty="0"/>
              <a:t>/</a:t>
            </a:r>
            <a:r>
              <a:rPr lang="zh-CN" altLang="en-US" dirty="0"/>
              <a:t>连接基表数据的方式。</a:t>
            </a:r>
            <a:endParaRPr lang="en-US" altLang="zh-CN" dirty="0"/>
          </a:p>
          <a:p>
            <a:endParaRPr lang="en-US" altLang="zh-CN" dirty="0"/>
          </a:p>
          <a:p>
            <a:pPr marL="285750" indent="-285750">
              <a:lnSpc>
                <a:spcPct val="150000"/>
              </a:lnSpc>
              <a:buFont typeface="Wingdings" panose="05000000000000000000" pitchFamily="2" charset="2"/>
              <a:buChar char="l"/>
            </a:pPr>
            <a:r>
              <a:rPr lang="zh-CN" altLang="en-US" b="1" dirty="0"/>
              <a:t>单表</a:t>
            </a:r>
            <a:endParaRPr lang="en-US" altLang="zh-CN" b="1" dirty="0"/>
          </a:p>
          <a:p>
            <a:pPr marL="717550" lvl="1" indent="-285750">
              <a:lnSpc>
                <a:spcPct val="150000"/>
              </a:lnSpc>
              <a:buFont typeface="Wingdings" panose="05000000000000000000" pitchFamily="2" charset="2"/>
              <a:buChar char="Ø"/>
            </a:pPr>
            <a:r>
              <a:rPr lang="zh-CN" altLang="en-US" dirty="0"/>
              <a:t>顺序扫描</a:t>
            </a:r>
            <a:r>
              <a:rPr lang="en-US" altLang="zh-CN" dirty="0"/>
              <a:t>(</a:t>
            </a:r>
            <a:r>
              <a:rPr lang="en-US" altLang="zh-CN" dirty="0" err="1"/>
              <a:t>SeqScan</a:t>
            </a:r>
            <a:r>
              <a:rPr lang="en-US" altLang="zh-CN" dirty="0"/>
              <a:t>)</a:t>
            </a:r>
          </a:p>
          <a:p>
            <a:pPr marL="717550" lvl="1" indent="-285750">
              <a:lnSpc>
                <a:spcPct val="150000"/>
              </a:lnSpc>
              <a:buFont typeface="Wingdings" panose="05000000000000000000" pitchFamily="2" charset="2"/>
              <a:buChar char="Ø"/>
            </a:pPr>
            <a:r>
              <a:rPr lang="zh-CN" altLang="en-US" dirty="0"/>
              <a:t>索引扫描</a:t>
            </a:r>
            <a:r>
              <a:rPr lang="en-US" altLang="zh-CN" dirty="0"/>
              <a:t>(</a:t>
            </a:r>
            <a:r>
              <a:rPr lang="en-US" altLang="zh-CN" dirty="0" err="1"/>
              <a:t>IndexScan</a:t>
            </a:r>
            <a:r>
              <a:rPr lang="en-US" altLang="zh-CN" dirty="0"/>
              <a:t>/</a:t>
            </a:r>
            <a:r>
              <a:rPr lang="en-US" altLang="zh-CN" dirty="0" err="1"/>
              <a:t>IndexOnlyScan</a:t>
            </a:r>
            <a:r>
              <a:rPr lang="en-US" altLang="zh-CN" dirty="0"/>
              <a:t>)</a:t>
            </a:r>
          </a:p>
          <a:p>
            <a:pPr>
              <a:lnSpc>
                <a:spcPct val="150000"/>
              </a:lnSpc>
            </a:pPr>
            <a:endParaRPr lang="en-US" altLang="zh-CN" dirty="0"/>
          </a:p>
          <a:p>
            <a:pPr marL="285750" indent="-285750">
              <a:lnSpc>
                <a:spcPct val="150000"/>
              </a:lnSpc>
              <a:buFont typeface="Wingdings" panose="05000000000000000000" pitchFamily="2" charset="2"/>
              <a:buChar char="l"/>
            </a:pPr>
            <a:r>
              <a:rPr lang="zh-CN" altLang="en-US" b="1" dirty="0"/>
              <a:t>多表</a:t>
            </a:r>
            <a:endParaRPr lang="en-US" altLang="zh-CN" b="1" dirty="0"/>
          </a:p>
          <a:p>
            <a:pPr marL="717550" lvl="1" indent="-285750">
              <a:lnSpc>
                <a:spcPct val="150000"/>
              </a:lnSpc>
              <a:buFont typeface="Wingdings" panose="05000000000000000000" pitchFamily="2" charset="2"/>
              <a:buChar char="Ø"/>
            </a:pPr>
            <a:r>
              <a:rPr lang="zh-CN" altLang="en-US" dirty="0"/>
              <a:t>连接顺序</a:t>
            </a:r>
            <a:r>
              <a:rPr lang="en-US" altLang="zh-CN" dirty="0"/>
              <a:t>(</a:t>
            </a:r>
            <a:r>
              <a:rPr lang="en-US" altLang="zh-CN" dirty="0" err="1"/>
              <a:t>Lefg</a:t>
            </a:r>
            <a:r>
              <a:rPr lang="en-US" altLang="zh-CN" dirty="0"/>
              <a:t>-Deep Tree/Right-deep Tree/Bushy Tree)</a:t>
            </a:r>
          </a:p>
          <a:p>
            <a:pPr lvl="1">
              <a:lnSpc>
                <a:spcPct val="150000"/>
              </a:lnSpc>
            </a:pPr>
            <a:r>
              <a:rPr lang="en-US" altLang="zh-CN" dirty="0"/>
              <a:t>((t1 t2) t3)t4 / t1 (t2(t3 t4)) /(t1 t2)(t3 t4)</a:t>
            </a:r>
          </a:p>
          <a:p>
            <a:pPr marL="717550" lvl="1" indent="-285750">
              <a:lnSpc>
                <a:spcPct val="150000"/>
              </a:lnSpc>
              <a:buFont typeface="Wingdings" panose="05000000000000000000" pitchFamily="2" charset="2"/>
              <a:buChar char="Ø"/>
            </a:pPr>
            <a:r>
              <a:rPr lang="zh-CN" altLang="en-US" dirty="0"/>
              <a:t>连接方式</a:t>
            </a:r>
            <a:r>
              <a:rPr lang="en-US" altLang="zh-CN" dirty="0"/>
              <a:t>(</a:t>
            </a:r>
            <a:r>
              <a:rPr lang="en-US" altLang="zh-CN" dirty="0" err="1"/>
              <a:t>NestLoop</a:t>
            </a:r>
            <a:r>
              <a:rPr lang="en-US" altLang="zh-CN" dirty="0"/>
              <a:t> join/Hash join/Merge join)</a:t>
            </a:r>
          </a:p>
          <a:p>
            <a:endParaRPr lang="zh-CN" altLang="en-US" dirty="0"/>
          </a:p>
        </p:txBody>
      </p:sp>
      <p:grpSp>
        <p:nvGrpSpPr>
          <p:cNvPr id="57" name="组合 56">
            <a:extLst>
              <a:ext uri="{FF2B5EF4-FFF2-40B4-BE49-F238E27FC236}">
                <a16:creationId xmlns:a16="http://schemas.microsoft.com/office/drawing/2014/main" id="{E4559CA6-1009-FF16-50A1-4E8582673305}"/>
              </a:ext>
            </a:extLst>
          </p:cNvPr>
          <p:cNvGrpSpPr/>
          <p:nvPr/>
        </p:nvGrpSpPr>
        <p:grpSpPr>
          <a:xfrm>
            <a:off x="9828724" y="2031510"/>
            <a:ext cx="3412910" cy="2202704"/>
            <a:chOff x="6518366" y="1828800"/>
            <a:chExt cx="3918857" cy="2527663"/>
          </a:xfrm>
        </p:grpSpPr>
        <p:sp>
          <p:nvSpPr>
            <p:cNvPr id="60" name="文本框 59">
              <a:extLst>
                <a:ext uri="{FF2B5EF4-FFF2-40B4-BE49-F238E27FC236}">
                  <a16:creationId xmlns:a16="http://schemas.microsoft.com/office/drawing/2014/main" id="{D5652F9D-D199-E073-417F-F9ACAFC916C6}"/>
                </a:ext>
              </a:extLst>
            </p:cNvPr>
            <p:cNvSpPr txBox="1"/>
            <p:nvPr/>
          </p:nvSpPr>
          <p:spPr>
            <a:xfrm>
              <a:off x="7018020" y="2034540"/>
              <a:ext cx="804454" cy="322958"/>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sz="1200" dirty="0"/>
                <a:t>右深树</a:t>
              </a:r>
            </a:p>
          </p:txBody>
        </p:sp>
        <p:sp>
          <p:nvSpPr>
            <p:cNvPr id="61" name="文本框 60">
              <a:extLst>
                <a:ext uri="{FF2B5EF4-FFF2-40B4-BE49-F238E27FC236}">
                  <a16:creationId xmlns:a16="http://schemas.microsoft.com/office/drawing/2014/main" id="{2816C349-3254-C341-DC45-7A8A3FEF93D8}"/>
                </a:ext>
              </a:extLst>
            </p:cNvPr>
            <p:cNvSpPr txBox="1"/>
            <p:nvPr/>
          </p:nvSpPr>
          <p:spPr>
            <a:xfrm>
              <a:off x="8197353" y="1966583"/>
              <a:ext cx="804454" cy="287074"/>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1000" dirty="0" err="1"/>
                <a:t>JoinExpr</a:t>
              </a:r>
              <a:endParaRPr lang="zh-CN" altLang="en-US" sz="1000" dirty="0"/>
            </a:p>
          </p:txBody>
        </p:sp>
        <p:sp>
          <p:nvSpPr>
            <p:cNvPr id="62" name="文本框 61">
              <a:extLst>
                <a:ext uri="{FF2B5EF4-FFF2-40B4-BE49-F238E27FC236}">
                  <a16:creationId xmlns:a16="http://schemas.microsoft.com/office/drawing/2014/main" id="{4276C939-E653-01C2-8805-CBB80C0E4630}"/>
                </a:ext>
              </a:extLst>
            </p:cNvPr>
            <p:cNvSpPr txBox="1"/>
            <p:nvPr/>
          </p:nvSpPr>
          <p:spPr>
            <a:xfrm>
              <a:off x="8619390" y="2497370"/>
              <a:ext cx="804454" cy="287073"/>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1000" dirty="0" err="1"/>
                <a:t>JoinExpr</a:t>
              </a:r>
              <a:endParaRPr lang="zh-CN" altLang="en-US" sz="1000" dirty="0"/>
            </a:p>
          </p:txBody>
        </p:sp>
        <p:sp>
          <p:nvSpPr>
            <p:cNvPr id="63" name="文本框 62">
              <a:extLst>
                <a:ext uri="{FF2B5EF4-FFF2-40B4-BE49-F238E27FC236}">
                  <a16:creationId xmlns:a16="http://schemas.microsoft.com/office/drawing/2014/main" id="{3CE209E4-0A89-C0FB-3975-E92ECBF222BE}"/>
                </a:ext>
              </a:extLst>
            </p:cNvPr>
            <p:cNvSpPr txBox="1"/>
            <p:nvPr/>
          </p:nvSpPr>
          <p:spPr>
            <a:xfrm>
              <a:off x="9161415" y="3132546"/>
              <a:ext cx="804454" cy="287073"/>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1000" dirty="0" err="1"/>
                <a:t>JoinExpr</a:t>
              </a:r>
              <a:endParaRPr lang="zh-CN" altLang="en-US" sz="1000" dirty="0"/>
            </a:p>
          </p:txBody>
        </p:sp>
        <p:grpSp>
          <p:nvGrpSpPr>
            <p:cNvPr id="64" name="组合 63">
              <a:extLst>
                <a:ext uri="{FF2B5EF4-FFF2-40B4-BE49-F238E27FC236}">
                  <a16:creationId xmlns:a16="http://schemas.microsoft.com/office/drawing/2014/main" id="{7CE063B8-1319-B9C7-AE2F-024F083FB9B6}"/>
                </a:ext>
              </a:extLst>
            </p:cNvPr>
            <p:cNvGrpSpPr/>
            <p:nvPr/>
          </p:nvGrpSpPr>
          <p:grpSpPr>
            <a:xfrm>
              <a:off x="8406048" y="3089725"/>
              <a:ext cx="542109" cy="515983"/>
              <a:chOff x="8406048" y="3089725"/>
              <a:chExt cx="542109" cy="515983"/>
            </a:xfrm>
          </p:grpSpPr>
          <p:sp>
            <p:nvSpPr>
              <p:cNvPr id="77" name="流程图: 接点 76">
                <a:extLst>
                  <a:ext uri="{FF2B5EF4-FFF2-40B4-BE49-F238E27FC236}">
                    <a16:creationId xmlns:a16="http://schemas.microsoft.com/office/drawing/2014/main" id="{8381706B-59F6-C814-CCA6-6205E7753D8E}"/>
                  </a:ext>
                </a:extLst>
              </p:cNvPr>
              <p:cNvSpPr/>
              <p:nvPr/>
            </p:nvSpPr>
            <p:spPr bwMode="auto">
              <a:xfrm>
                <a:off x="8406048" y="3089725"/>
                <a:ext cx="542109" cy="515983"/>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dirty="0">
                  <a:ln>
                    <a:solidFill>
                      <a:schemeClr val="tx2"/>
                    </a:solidFill>
                  </a:ln>
                  <a:solidFill>
                    <a:schemeClr val="accent1">
                      <a:lumMod val="40000"/>
                      <a:lumOff val="60000"/>
                    </a:schemeClr>
                  </a:solidFill>
                  <a:effectLst/>
                  <a:latin typeface="Arial" panose="020B0604020202020204" pitchFamily="34" charset="0"/>
                  <a:ea typeface="宋体" panose="02010600030101010101" pitchFamily="2" charset="-122"/>
                </a:endParaRPr>
              </a:p>
            </p:txBody>
          </p:sp>
          <p:sp>
            <p:nvSpPr>
              <p:cNvPr id="78" name="文本框 77">
                <a:extLst>
                  <a:ext uri="{FF2B5EF4-FFF2-40B4-BE49-F238E27FC236}">
                    <a16:creationId xmlns:a16="http://schemas.microsoft.com/office/drawing/2014/main" id="{907475ED-8E93-066E-93F8-9A0448EA6314}"/>
                  </a:ext>
                </a:extLst>
              </p:cNvPr>
              <p:cNvSpPr txBox="1"/>
              <p:nvPr/>
            </p:nvSpPr>
            <p:spPr>
              <a:xfrm flipH="1">
                <a:off x="8455970" y="3167558"/>
                <a:ext cx="413659" cy="322958"/>
              </a:xfrm>
              <a:prstGeom prst="rect">
                <a:avLst/>
              </a:prstGeom>
              <a:solidFill>
                <a:schemeClr val="bg1">
                  <a:lumMod val="85000"/>
                </a:schemeClr>
              </a:solidFill>
            </p:spPr>
            <p:txBody>
              <a:bodyPr wrap="square" rtlCol="0">
                <a:spAutoFit/>
              </a:bodyPr>
              <a:lstStyle/>
              <a:p>
                <a:pPr algn="ctr"/>
                <a:r>
                  <a:rPr lang="en-US" altLang="zh-CN" sz="1200" dirty="0"/>
                  <a:t>t2</a:t>
                </a:r>
              </a:p>
            </p:txBody>
          </p:sp>
        </p:grpSp>
        <p:grpSp>
          <p:nvGrpSpPr>
            <p:cNvPr id="65" name="组合 64">
              <a:extLst>
                <a:ext uri="{FF2B5EF4-FFF2-40B4-BE49-F238E27FC236}">
                  <a16:creationId xmlns:a16="http://schemas.microsoft.com/office/drawing/2014/main" id="{DDD1B0E1-95CA-855A-6F11-1E328D22B576}"/>
                </a:ext>
              </a:extLst>
            </p:cNvPr>
            <p:cNvGrpSpPr/>
            <p:nvPr/>
          </p:nvGrpSpPr>
          <p:grpSpPr>
            <a:xfrm>
              <a:off x="9733382" y="3730810"/>
              <a:ext cx="588558" cy="558657"/>
              <a:chOff x="8810568" y="4252472"/>
              <a:chExt cx="588558" cy="558657"/>
            </a:xfrm>
          </p:grpSpPr>
          <p:sp>
            <p:nvSpPr>
              <p:cNvPr id="75" name="流程图: 接点 74">
                <a:extLst>
                  <a:ext uri="{FF2B5EF4-FFF2-40B4-BE49-F238E27FC236}">
                    <a16:creationId xmlns:a16="http://schemas.microsoft.com/office/drawing/2014/main" id="{6A0D6194-AB7E-ECCA-AB37-EB57CD0C80EA}"/>
                  </a:ext>
                </a:extLst>
              </p:cNvPr>
              <p:cNvSpPr/>
              <p:nvPr/>
            </p:nvSpPr>
            <p:spPr bwMode="auto">
              <a:xfrm>
                <a:off x="8810568" y="4252472"/>
                <a:ext cx="588558" cy="558657"/>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dirty="0">
                  <a:ln>
                    <a:solidFill>
                      <a:schemeClr val="tx2"/>
                    </a:solidFill>
                  </a:ln>
                  <a:solidFill>
                    <a:schemeClr val="accent1">
                      <a:lumMod val="40000"/>
                      <a:lumOff val="60000"/>
                    </a:schemeClr>
                  </a:solidFill>
                  <a:effectLst/>
                  <a:latin typeface="Arial" panose="020B0604020202020204" pitchFamily="34" charset="0"/>
                  <a:ea typeface="宋体" panose="02010600030101010101" pitchFamily="2" charset="-122"/>
                </a:endParaRPr>
              </a:p>
            </p:txBody>
          </p:sp>
          <p:sp>
            <p:nvSpPr>
              <p:cNvPr id="76" name="文本框 75">
                <a:extLst>
                  <a:ext uri="{FF2B5EF4-FFF2-40B4-BE49-F238E27FC236}">
                    <a16:creationId xmlns:a16="http://schemas.microsoft.com/office/drawing/2014/main" id="{1E25931C-004F-0AEF-4C6F-7167114E4A8C}"/>
                  </a:ext>
                </a:extLst>
              </p:cNvPr>
              <p:cNvSpPr txBox="1"/>
              <p:nvPr/>
            </p:nvSpPr>
            <p:spPr>
              <a:xfrm flipH="1">
                <a:off x="8954130" y="4363619"/>
                <a:ext cx="386601" cy="322959"/>
              </a:xfrm>
              <a:prstGeom prst="rect">
                <a:avLst/>
              </a:prstGeom>
              <a:solidFill>
                <a:schemeClr val="bg1">
                  <a:lumMod val="85000"/>
                </a:schemeClr>
              </a:solidFill>
            </p:spPr>
            <p:txBody>
              <a:bodyPr wrap="square" rtlCol="0">
                <a:spAutoFit/>
              </a:bodyPr>
              <a:lstStyle/>
              <a:p>
                <a:pPr algn="ctr"/>
                <a:r>
                  <a:rPr lang="en-US" altLang="zh-CN" sz="1200" dirty="0"/>
                  <a:t>t4</a:t>
                </a:r>
              </a:p>
            </p:txBody>
          </p:sp>
        </p:grpSp>
        <p:grpSp>
          <p:nvGrpSpPr>
            <p:cNvPr id="66" name="组合 65">
              <a:extLst>
                <a:ext uri="{FF2B5EF4-FFF2-40B4-BE49-F238E27FC236}">
                  <a16:creationId xmlns:a16="http://schemas.microsoft.com/office/drawing/2014/main" id="{29A47593-D88E-79D1-1DFC-B6D47CE43A98}"/>
                </a:ext>
              </a:extLst>
            </p:cNvPr>
            <p:cNvGrpSpPr/>
            <p:nvPr/>
          </p:nvGrpSpPr>
          <p:grpSpPr>
            <a:xfrm>
              <a:off x="7817034" y="2504264"/>
              <a:ext cx="542109" cy="573927"/>
              <a:chOff x="6101196" y="3571035"/>
              <a:chExt cx="542109" cy="573927"/>
            </a:xfrm>
          </p:grpSpPr>
          <p:sp>
            <p:nvSpPr>
              <p:cNvPr id="73" name="流程图: 接点 72">
                <a:extLst>
                  <a:ext uri="{FF2B5EF4-FFF2-40B4-BE49-F238E27FC236}">
                    <a16:creationId xmlns:a16="http://schemas.microsoft.com/office/drawing/2014/main" id="{333F0C02-40F9-7FD4-5A16-783D39121CA2}"/>
                  </a:ext>
                </a:extLst>
              </p:cNvPr>
              <p:cNvSpPr/>
              <p:nvPr/>
            </p:nvSpPr>
            <p:spPr bwMode="auto">
              <a:xfrm>
                <a:off x="6101196" y="3571035"/>
                <a:ext cx="542109" cy="573927"/>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dirty="0">
                  <a:ln>
                    <a:solidFill>
                      <a:schemeClr val="tx2"/>
                    </a:solidFill>
                  </a:ln>
                  <a:solidFill>
                    <a:schemeClr val="accent1">
                      <a:lumMod val="40000"/>
                      <a:lumOff val="60000"/>
                    </a:schemeClr>
                  </a:solidFill>
                  <a:effectLst/>
                  <a:latin typeface="Arial" panose="020B0604020202020204" pitchFamily="34" charset="0"/>
                  <a:ea typeface="宋体" panose="02010600030101010101" pitchFamily="2" charset="-122"/>
                </a:endParaRPr>
              </a:p>
            </p:txBody>
          </p:sp>
          <p:sp>
            <p:nvSpPr>
              <p:cNvPr id="74" name="文本框 73">
                <a:extLst>
                  <a:ext uri="{FF2B5EF4-FFF2-40B4-BE49-F238E27FC236}">
                    <a16:creationId xmlns:a16="http://schemas.microsoft.com/office/drawing/2014/main" id="{1BDC4E27-BFAA-385D-5DA2-E8DDFB308F53}"/>
                  </a:ext>
                </a:extLst>
              </p:cNvPr>
              <p:cNvSpPr txBox="1"/>
              <p:nvPr/>
            </p:nvSpPr>
            <p:spPr>
              <a:xfrm flipH="1">
                <a:off x="6143649" y="3661623"/>
                <a:ext cx="413657" cy="322958"/>
              </a:xfrm>
              <a:prstGeom prst="rect">
                <a:avLst/>
              </a:prstGeom>
              <a:solidFill>
                <a:schemeClr val="bg1">
                  <a:lumMod val="85000"/>
                </a:schemeClr>
              </a:solidFill>
            </p:spPr>
            <p:txBody>
              <a:bodyPr wrap="square" rtlCol="0">
                <a:spAutoFit/>
              </a:bodyPr>
              <a:lstStyle/>
              <a:p>
                <a:pPr algn="ctr"/>
                <a:r>
                  <a:rPr lang="en-US" altLang="zh-CN" sz="1200" dirty="0"/>
                  <a:t>t1</a:t>
                </a:r>
              </a:p>
            </p:txBody>
          </p:sp>
        </p:grpSp>
        <p:cxnSp>
          <p:nvCxnSpPr>
            <p:cNvPr id="67" name="直接连接符 66">
              <a:extLst>
                <a:ext uri="{FF2B5EF4-FFF2-40B4-BE49-F238E27FC236}">
                  <a16:creationId xmlns:a16="http://schemas.microsoft.com/office/drawing/2014/main" id="{F6D72D9A-0B49-F71C-DBC1-FEA46C6030A8}"/>
                </a:ext>
              </a:extLst>
            </p:cNvPr>
            <p:cNvCxnSpPr>
              <a:cxnSpLocks/>
            </p:cNvCxnSpPr>
            <p:nvPr/>
          </p:nvCxnSpPr>
          <p:spPr bwMode="auto">
            <a:xfrm flipH="1">
              <a:off x="8211388" y="2311538"/>
              <a:ext cx="389415" cy="233306"/>
            </a:xfrm>
            <a:prstGeom prst="line">
              <a:avLst/>
            </a:prstGeom>
          </p:spPr>
          <p:style>
            <a:lnRef idx="1">
              <a:schemeClr val="dk1"/>
            </a:lnRef>
            <a:fillRef idx="0">
              <a:schemeClr val="dk1"/>
            </a:fillRef>
            <a:effectRef idx="0">
              <a:schemeClr val="dk1"/>
            </a:effectRef>
            <a:fontRef idx="minor">
              <a:schemeClr val="tx1"/>
            </a:fontRef>
          </p:style>
        </p:cxnSp>
        <p:cxnSp>
          <p:nvCxnSpPr>
            <p:cNvPr id="68" name="直接连接符 67">
              <a:extLst>
                <a:ext uri="{FF2B5EF4-FFF2-40B4-BE49-F238E27FC236}">
                  <a16:creationId xmlns:a16="http://schemas.microsoft.com/office/drawing/2014/main" id="{DC896DAA-4F61-01F1-70C1-32AA5B7B80B6}"/>
                </a:ext>
              </a:extLst>
            </p:cNvPr>
            <p:cNvCxnSpPr>
              <a:cxnSpLocks/>
            </p:cNvCxnSpPr>
            <p:nvPr/>
          </p:nvCxnSpPr>
          <p:spPr bwMode="auto">
            <a:xfrm flipH="1">
              <a:off x="8826738" y="2829525"/>
              <a:ext cx="151567" cy="280864"/>
            </a:xfrm>
            <a:prstGeom prst="line">
              <a:avLst/>
            </a:prstGeom>
          </p:spPr>
          <p:style>
            <a:lnRef idx="1">
              <a:schemeClr val="dk1"/>
            </a:lnRef>
            <a:fillRef idx="0">
              <a:schemeClr val="dk1"/>
            </a:fillRef>
            <a:effectRef idx="0">
              <a:schemeClr val="dk1"/>
            </a:effectRef>
            <a:fontRef idx="minor">
              <a:schemeClr val="tx1"/>
            </a:fontRef>
          </p:style>
        </p:cxnSp>
        <p:cxnSp>
          <p:nvCxnSpPr>
            <p:cNvPr id="69" name="直接连接符 68">
              <a:extLst>
                <a:ext uri="{FF2B5EF4-FFF2-40B4-BE49-F238E27FC236}">
                  <a16:creationId xmlns:a16="http://schemas.microsoft.com/office/drawing/2014/main" id="{4304229B-740F-9702-C4A6-2A3435280B2D}"/>
                </a:ext>
              </a:extLst>
            </p:cNvPr>
            <p:cNvCxnSpPr>
              <a:cxnSpLocks/>
              <a:endCxn id="75" idx="0"/>
            </p:cNvCxnSpPr>
            <p:nvPr/>
          </p:nvCxnSpPr>
          <p:spPr bwMode="auto">
            <a:xfrm>
              <a:off x="9806804" y="3490516"/>
              <a:ext cx="220857" cy="240295"/>
            </a:xfrm>
            <a:prstGeom prst="line">
              <a:avLst/>
            </a:prstGeom>
          </p:spPr>
          <p:style>
            <a:lnRef idx="1">
              <a:schemeClr val="dk1"/>
            </a:lnRef>
            <a:fillRef idx="0">
              <a:schemeClr val="dk1"/>
            </a:fillRef>
            <a:effectRef idx="0">
              <a:schemeClr val="dk1"/>
            </a:effectRef>
            <a:fontRef idx="minor">
              <a:schemeClr val="tx1"/>
            </a:fontRef>
          </p:style>
        </p:cxnSp>
        <p:cxnSp>
          <p:nvCxnSpPr>
            <p:cNvPr id="70" name="直接连接符 69">
              <a:extLst>
                <a:ext uri="{FF2B5EF4-FFF2-40B4-BE49-F238E27FC236}">
                  <a16:creationId xmlns:a16="http://schemas.microsoft.com/office/drawing/2014/main" id="{4B81D59F-7A1E-6669-9177-36A553BD330E}"/>
                </a:ext>
              </a:extLst>
            </p:cNvPr>
            <p:cNvCxnSpPr>
              <a:cxnSpLocks/>
            </p:cNvCxnSpPr>
            <p:nvPr/>
          </p:nvCxnSpPr>
          <p:spPr bwMode="auto">
            <a:xfrm>
              <a:off x="9021617" y="2828843"/>
              <a:ext cx="341335" cy="190446"/>
            </a:xfrm>
            <a:prstGeom prst="line">
              <a:avLst/>
            </a:prstGeom>
          </p:spPr>
          <p:style>
            <a:lnRef idx="1">
              <a:schemeClr val="dk1"/>
            </a:lnRef>
            <a:fillRef idx="0">
              <a:schemeClr val="dk1"/>
            </a:fillRef>
            <a:effectRef idx="0">
              <a:schemeClr val="dk1"/>
            </a:effectRef>
            <a:fontRef idx="minor">
              <a:schemeClr val="tx1"/>
            </a:fontRef>
          </p:style>
        </p:cxnSp>
        <p:cxnSp>
          <p:nvCxnSpPr>
            <p:cNvPr id="71" name="直接连接符 70">
              <a:extLst>
                <a:ext uri="{FF2B5EF4-FFF2-40B4-BE49-F238E27FC236}">
                  <a16:creationId xmlns:a16="http://schemas.microsoft.com/office/drawing/2014/main" id="{02F29045-22E0-9569-93C0-09F67333A930}"/>
                </a:ext>
              </a:extLst>
            </p:cNvPr>
            <p:cNvCxnSpPr>
              <a:cxnSpLocks/>
            </p:cNvCxnSpPr>
            <p:nvPr/>
          </p:nvCxnSpPr>
          <p:spPr bwMode="auto">
            <a:xfrm>
              <a:off x="8687450" y="2285895"/>
              <a:ext cx="278577" cy="184911"/>
            </a:xfrm>
            <a:prstGeom prst="line">
              <a:avLst/>
            </a:prstGeom>
          </p:spPr>
          <p:style>
            <a:lnRef idx="1">
              <a:schemeClr val="dk1"/>
            </a:lnRef>
            <a:fillRef idx="0">
              <a:schemeClr val="dk1"/>
            </a:fillRef>
            <a:effectRef idx="0">
              <a:schemeClr val="dk1"/>
            </a:effectRef>
            <a:fontRef idx="minor">
              <a:schemeClr val="tx1"/>
            </a:fontRef>
          </p:style>
        </p:cxnSp>
        <p:sp>
          <p:nvSpPr>
            <p:cNvPr id="72" name="矩形 71">
              <a:extLst>
                <a:ext uri="{FF2B5EF4-FFF2-40B4-BE49-F238E27FC236}">
                  <a16:creationId xmlns:a16="http://schemas.microsoft.com/office/drawing/2014/main" id="{EA447032-B629-ED81-B041-B9F8A0BD561A}"/>
                </a:ext>
              </a:extLst>
            </p:cNvPr>
            <p:cNvSpPr/>
            <p:nvPr/>
          </p:nvSpPr>
          <p:spPr bwMode="auto">
            <a:xfrm>
              <a:off x="6518366" y="1828800"/>
              <a:ext cx="3918857" cy="2527663"/>
            </a:xfrm>
            <a:prstGeom prst="rect">
              <a:avLst/>
            </a:prstGeom>
            <a:noFill/>
            <a:ln>
              <a:solidFill>
                <a:schemeClr val="tx1"/>
              </a:solidFill>
              <a:prstDash val="dash"/>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cxnSp>
        <p:nvCxnSpPr>
          <p:cNvPr id="58" name="直接连接符 57">
            <a:extLst>
              <a:ext uri="{FF2B5EF4-FFF2-40B4-BE49-F238E27FC236}">
                <a16:creationId xmlns:a16="http://schemas.microsoft.com/office/drawing/2014/main" id="{3ADACC3E-A23F-07BE-30F4-46DC667F6A98}"/>
              </a:ext>
            </a:extLst>
          </p:cNvPr>
          <p:cNvCxnSpPr>
            <a:cxnSpLocks/>
          </p:cNvCxnSpPr>
          <p:nvPr/>
        </p:nvCxnSpPr>
        <p:spPr bwMode="auto">
          <a:xfrm flipH="1">
            <a:off x="12301250" y="3440059"/>
            <a:ext cx="127329" cy="218828"/>
          </a:xfrm>
          <a:prstGeom prst="line">
            <a:avLst/>
          </a:prstGeom>
        </p:spPr>
        <p:style>
          <a:lnRef idx="1">
            <a:schemeClr val="dk1"/>
          </a:lnRef>
          <a:fillRef idx="0">
            <a:schemeClr val="dk1"/>
          </a:fillRef>
          <a:effectRef idx="0">
            <a:schemeClr val="dk1"/>
          </a:effectRef>
          <a:fontRef idx="minor">
            <a:schemeClr val="tx1"/>
          </a:fontRef>
        </p:style>
      </p:cxnSp>
      <p:sp>
        <p:nvSpPr>
          <p:cNvPr id="59" name="流程图: 接点 58">
            <a:extLst>
              <a:ext uri="{FF2B5EF4-FFF2-40B4-BE49-F238E27FC236}">
                <a16:creationId xmlns:a16="http://schemas.microsoft.com/office/drawing/2014/main" id="{5AC36FC9-0559-DB61-AE98-2192158D1EA2}"/>
              </a:ext>
            </a:extLst>
          </p:cNvPr>
          <p:cNvSpPr/>
          <p:nvPr/>
        </p:nvSpPr>
        <p:spPr bwMode="auto">
          <a:xfrm>
            <a:off x="11940206" y="3738276"/>
            <a:ext cx="461376" cy="437555"/>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200" b="0" i="0" u="none" strike="noStrike" cap="none" normalizeH="0" baseline="0" dirty="0">
                <a:ln>
                  <a:solidFill>
                    <a:schemeClr val="tx1"/>
                  </a:solidFill>
                </a:ln>
                <a:effectLst/>
                <a:latin typeface="Arial" panose="020B0604020202020204" pitchFamily="34" charset="0"/>
                <a:ea typeface="宋体" panose="02010600030101010101" pitchFamily="2" charset="-122"/>
              </a:rPr>
              <a:t>t3</a:t>
            </a:r>
            <a:endParaRPr kumimoji="0" lang="zh-CN" altLang="en-US" sz="1200" b="0" i="0" u="none" strike="noStrike" cap="none" normalizeH="0" baseline="0" dirty="0">
              <a:ln>
                <a:solidFill>
                  <a:schemeClr val="tx1"/>
                </a:solidFill>
              </a:ln>
              <a:effectLst/>
              <a:latin typeface="Arial" panose="020B0604020202020204" pitchFamily="34" charset="0"/>
              <a:ea typeface="宋体" panose="02010600030101010101" pitchFamily="2" charset="-122"/>
            </a:endParaRPr>
          </a:p>
        </p:txBody>
      </p:sp>
      <p:grpSp>
        <p:nvGrpSpPr>
          <p:cNvPr id="93" name="组合 92">
            <a:extLst>
              <a:ext uri="{FF2B5EF4-FFF2-40B4-BE49-F238E27FC236}">
                <a16:creationId xmlns:a16="http://schemas.microsoft.com/office/drawing/2014/main" id="{1F893666-60FF-B8E2-470C-187DBD0276D0}"/>
              </a:ext>
            </a:extLst>
          </p:cNvPr>
          <p:cNvGrpSpPr/>
          <p:nvPr/>
        </p:nvGrpSpPr>
        <p:grpSpPr>
          <a:xfrm>
            <a:off x="6666227" y="4593504"/>
            <a:ext cx="5051540" cy="2202704"/>
            <a:chOff x="6551023" y="1828800"/>
            <a:chExt cx="3918857" cy="2527663"/>
          </a:xfrm>
        </p:grpSpPr>
        <p:grpSp>
          <p:nvGrpSpPr>
            <p:cNvPr id="94" name="组合 93">
              <a:extLst>
                <a:ext uri="{FF2B5EF4-FFF2-40B4-BE49-F238E27FC236}">
                  <a16:creationId xmlns:a16="http://schemas.microsoft.com/office/drawing/2014/main" id="{DC927AC8-6642-8D5D-C0DE-AD2C06837A47}"/>
                </a:ext>
              </a:extLst>
            </p:cNvPr>
            <p:cNvGrpSpPr/>
            <p:nvPr/>
          </p:nvGrpSpPr>
          <p:grpSpPr>
            <a:xfrm>
              <a:off x="6551023" y="1828800"/>
              <a:ext cx="3918857" cy="2527663"/>
              <a:chOff x="6518366" y="1828800"/>
              <a:chExt cx="3918857" cy="2527663"/>
            </a:xfrm>
          </p:grpSpPr>
          <p:sp>
            <p:nvSpPr>
              <p:cNvPr id="97" name="文本框 96">
                <a:extLst>
                  <a:ext uri="{FF2B5EF4-FFF2-40B4-BE49-F238E27FC236}">
                    <a16:creationId xmlns:a16="http://schemas.microsoft.com/office/drawing/2014/main" id="{D14EE581-0532-7D69-58BA-32D09D31B26C}"/>
                  </a:ext>
                </a:extLst>
              </p:cNvPr>
              <p:cNvSpPr txBox="1"/>
              <p:nvPr/>
            </p:nvSpPr>
            <p:spPr>
              <a:xfrm>
                <a:off x="7018020" y="2034540"/>
                <a:ext cx="804454" cy="322958"/>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sz="1200" dirty="0"/>
                  <a:t>密集树</a:t>
                </a:r>
              </a:p>
            </p:txBody>
          </p:sp>
          <p:sp>
            <p:nvSpPr>
              <p:cNvPr id="98" name="文本框 97">
                <a:extLst>
                  <a:ext uri="{FF2B5EF4-FFF2-40B4-BE49-F238E27FC236}">
                    <a16:creationId xmlns:a16="http://schemas.microsoft.com/office/drawing/2014/main" id="{E654C64B-E914-1C4D-D9D4-F8292B09AEF6}"/>
                  </a:ext>
                </a:extLst>
              </p:cNvPr>
              <p:cNvSpPr txBox="1"/>
              <p:nvPr/>
            </p:nvSpPr>
            <p:spPr>
              <a:xfrm>
                <a:off x="8600803" y="2034539"/>
                <a:ext cx="804454" cy="287074"/>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1000" dirty="0" err="1"/>
                  <a:t>JoinExpr</a:t>
                </a:r>
                <a:endParaRPr lang="zh-CN" altLang="en-US" sz="1000" dirty="0"/>
              </a:p>
            </p:txBody>
          </p:sp>
          <p:sp>
            <p:nvSpPr>
              <p:cNvPr id="99" name="文本框 98">
                <a:extLst>
                  <a:ext uri="{FF2B5EF4-FFF2-40B4-BE49-F238E27FC236}">
                    <a16:creationId xmlns:a16="http://schemas.microsoft.com/office/drawing/2014/main" id="{D5FDB2DB-2D3F-C879-2690-BA188A8D16EB}"/>
                  </a:ext>
                </a:extLst>
              </p:cNvPr>
              <p:cNvSpPr txBox="1"/>
              <p:nvPr/>
            </p:nvSpPr>
            <p:spPr>
              <a:xfrm>
                <a:off x="7700554" y="2544844"/>
                <a:ext cx="804454" cy="287074"/>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1000" dirty="0" err="1"/>
                  <a:t>JoinExpr</a:t>
                </a:r>
                <a:endParaRPr lang="zh-CN" altLang="en-US" sz="1000" dirty="0"/>
              </a:p>
            </p:txBody>
          </p:sp>
          <p:sp>
            <p:nvSpPr>
              <p:cNvPr id="100" name="文本框 99">
                <a:extLst>
                  <a:ext uri="{FF2B5EF4-FFF2-40B4-BE49-F238E27FC236}">
                    <a16:creationId xmlns:a16="http://schemas.microsoft.com/office/drawing/2014/main" id="{E62F4A12-709A-A83D-1067-2CB69AC31BED}"/>
                  </a:ext>
                </a:extLst>
              </p:cNvPr>
              <p:cNvSpPr txBox="1"/>
              <p:nvPr/>
            </p:nvSpPr>
            <p:spPr>
              <a:xfrm>
                <a:off x="9442648" y="2667159"/>
                <a:ext cx="804454" cy="287073"/>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1000" dirty="0" err="1"/>
                  <a:t>JoinExpr</a:t>
                </a:r>
                <a:endParaRPr lang="zh-CN" altLang="en-US" sz="1000" dirty="0"/>
              </a:p>
            </p:txBody>
          </p:sp>
          <p:grpSp>
            <p:nvGrpSpPr>
              <p:cNvPr id="101" name="组合 100">
                <a:extLst>
                  <a:ext uri="{FF2B5EF4-FFF2-40B4-BE49-F238E27FC236}">
                    <a16:creationId xmlns:a16="http://schemas.microsoft.com/office/drawing/2014/main" id="{442F79AA-1F80-3B86-A9BB-DCDDA5311632}"/>
                  </a:ext>
                </a:extLst>
              </p:cNvPr>
              <p:cNvGrpSpPr/>
              <p:nvPr/>
            </p:nvGrpSpPr>
            <p:grpSpPr>
              <a:xfrm>
                <a:off x="8376907" y="3291550"/>
                <a:ext cx="542109" cy="598689"/>
                <a:chOff x="8376907" y="3291550"/>
                <a:chExt cx="542109" cy="598689"/>
              </a:xfrm>
            </p:grpSpPr>
            <p:sp>
              <p:nvSpPr>
                <p:cNvPr id="114" name="流程图: 接点 113">
                  <a:extLst>
                    <a:ext uri="{FF2B5EF4-FFF2-40B4-BE49-F238E27FC236}">
                      <a16:creationId xmlns:a16="http://schemas.microsoft.com/office/drawing/2014/main" id="{F254410A-979D-8F73-8FF8-64775041148E}"/>
                    </a:ext>
                  </a:extLst>
                </p:cNvPr>
                <p:cNvSpPr/>
                <p:nvPr/>
              </p:nvSpPr>
              <p:spPr bwMode="auto">
                <a:xfrm>
                  <a:off x="8376907" y="3291550"/>
                  <a:ext cx="542109" cy="598689"/>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dirty="0">
                    <a:ln>
                      <a:solidFill>
                        <a:schemeClr val="tx2"/>
                      </a:solidFill>
                    </a:ln>
                    <a:solidFill>
                      <a:schemeClr val="accent1">
                        <a:lumMod val="40000"/>
                        <a:lumOff val="60000"/>
                      </a:schemeClr>
                    </a:solidFill>
                    <a:effectLst/>
                    <a:latin typeface="Arial" panose="020B0604020202020204" pitchFamily="34" charset="0"/>
                    <a:ea typeface="宋体" panose="02010600030101010101" pitchFamily="2" charset="-122"/>
                  </a:endParaRPr>
                </a:p>
              </p:txBody>
            </p:sp>
            <p:sp>
              <p:nvSpPr>
                <p:cNvPr id="115" name="文本框 114">
                  <a:extLst>
                    <a:ext uri="{FF2B5EF4-FFF2-40B4-BE49-F238E27FC236}">
                      <a16:creationId xmlns:a16="http://schemas.microsoft.com/office/drawing/2014/main" id="{25C12BEA-027A-CF91-55A2-16AD40ABB3DA}"/>
                    </a:ext>
                  </a:extLst>
                </p:cNvPr>
                <p:cNvSpPr txBox="1"/>
                <p:nvPr/>
              </p:nvSpPr>
              <p:spPr>
                <a:xfrm flipH="1">
                  <a:off x="8441133" y="3362369"/>
                  <a:ext cx="413659" cy="322958"/>
                </a:xfrm>
                <a:prstGeom prst="rect">
                  <a:avLst/>
                </a:prstGeom>
                <a:solidFill>
                  <a:schemeClr val="bg1">
                    <a:lumMod val="85000"/>
                  </a:schemeClr>
                </a:solidFill>
              </p:spPr>
              <p:txBody>
                <a:bodyPr wrap="square" rtlCol="0">
                  <a:spAutoFit/>
                </a:bodyPr>
                <a:lstStyle/>
                <a:p>
                  <a:pPr algn="ctr"/>
                  <a:r>
                    <a:rPr lang="en-US" altLang="zh-CN" sz="1200" dirty="0"/>
                    <a:t>t2</a:t>
                  </a:r>
                </a:p>
              </p:txBody>
            </p:sp>
          </p:grpSp>
          <p:grpSp>
            <p:nvGrpSpPr>
              <p:cNvPr id="102" name="组合 101">
                <a:extLst>
                  <a:ext uri="{FF2B5EF4-FFF2-40B4-BE49-F238E27FC236}">
                    <a16:creationId xmlns:a16="http://schemas.microsoft.com/office/drawing/2014/main" id="{45926C5C-3B5A-100F-D84E-A5F151A37506}"/>
                  </a:ext>
                </a:extLst>
              </p:cNvPr>
              <p:cNvGrpSpPr/>
              <p:nvPr/>
            </p:nvGrpSpPr>
            <p:grpSpPr>
              <a:xfrm>
                <a:off x="9047986" y="3301857"/>
                <a:ext cx="433041" cy="598689"/>
                <a:chOff x="8125172" y="3823519"/>
                <a:chExt cx="433041" cy="598689"/>
              </a:xfrm>
            </p:grpSpPr>
            <p:sp>
              <p:nvSpPr>
                <p:cNvPr id="112" name="流程图: 接点 111">
                  <a:extLst>
                    <a:ext uri="{FF2B5EF4-FFF2-40B4-BE49-F238E27FC236}">
                      <a16:creationId xmlns:a16="http://schemas.microsoft.com/office/drawing/2014/main" id="{B95DA5E5-D27D-C897-E0EE-952DD722F084}"/>
                    </a:ext>
                  </a:extLst>
                </p:cNvPr>
                <p:cNvSpPr/>
                <p:nvPr/>
              </p:nvSpPr>
              <p:spPr bwMode="auto">
                <a:xfrm>
                  <a:off x="8125172" y="3823519"/>
                  <a:ext cx="433041" cy="598689"/>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dirty="0">
                    <a:ln>
                      <a:solidFill>
                        <a:schemeClr val="tx2"/>
                      </a:solidFill>
                    </a:ln>
                    <a:solidFill>
                      <a:schemeClr val="accent1">
                        <a:lumMod val="40000"/>
                        <a:lumOff val="60000"/>
                      </a:schemeClr>
                    </a:solidFill>
                    <a:effectLst/>
                    <a:latin typeface="Arial" panose="020B0604020202020204" pitchFamily="34" charset="0"/>
                    <a:ea typeface="宋体" panose="02010600030101010101" pitchFamily="2" charset="-122"/>
                  </a:endParaRPr>
                </a:p>
              </p:txBody>
            </p:sp>
            <p:sp>
              <p:nvSpPr>
                <p:cNvPr id="113" name="文本框 112">
                  <a:extLst>
                    <a:ext uri="{FF2B5EF4-FFF2-40B4-BE49-F238E27FC236}">
                      <a16:creationId xmlns:a16="http://schemas.microsoft.com/office/drawing/2014/main" id="{66379EDA-EF03-957E-B4AE-7369832DA145}"/>
                    </a:ext>
                  </a:extLst>
                </p:cNvPr>
                <p:cNvSpPr txBox="1"/>
                <p:nvPr/>
              </p:nvSpPr>
              <p:spPr>
                <a:xfrm flipH="1">
                  <a:off x="8189399" y="3894337"/>
                  <a:ext cx="330435" cy="317864"/>
                </a:xfrm>
                <a:prstGeom prst="rect">
                  <a:avLst/>
                </a:prstGeom>
                <a:solidFill>
                  <a:schemeClr val="bg1">
                    <a:lumMod val="85000"/>
                  </a:schemeClr>
                </a:solidFill>
              </p:spPr>
              <p:txBody>
                <a:bodyPr wrap="square" rtlCol="0">
                  <a:spAutoFit/>
                </a:bodyPr>
                <a:lstStyle/>
                <a:p>
                  <a:pPr algn="ctr"/>
                  <a:r>
                    <a:rPr lang="en-US" altLang="zh-CN" sz="1200" dirty="0"/>
                    <a:t>t3</a:t>
                  </a:r>
                </a:p>
              </p:txBody>
            </p:sp>
          </p:grpSp>
          <p:grpSp>
            <p:nvGrpSpPr>
              <p:cNvPr id="103" name="组合 102">
                <a:extLst>
                  <a:ext uri="{FF2B5EF4-FFF2-40B4-BE49-F238E27FC236}">
                    <a16:creationId xmlns:a16="http://schemas.microsoft.com/office/drawing/2014/main" id="{01C736E3-9049-D0A8-C760-CBCA234560CD}"/>
                  </a:ext>
                </a:extLst>
              </p:cNvPr>
              <p:cNvGrpSpPr/>
              <p:nvPr/>
            </p:nvGrpSpPr>
            <p:grpSpPr>
              <a:xfrm>
                <a:off x="9908693" y="3312007"/>
                <a:ext cx="420360" cy="515983"/>
                <a:chOff x="8192855" y="4378778"/>
                <a:chExt cx="420360" cy="515983"/>
              </a:xfrm>
            </p:grpSpPr>
            <p:sp>
              <p:nvSpPr>
                <p:cNvPr id="110" name="流程图: 接点 109">
                  <a:extLst>
                    <a:ext uri="{FF2B5EF4-FFF2-40B4-BE49-F238E27FC236}">
                      <a16:creationId xmlns:a16="http://schemas.microsoft.com/office/drawing/2014/main" id="{62AB50D6-D30D-9D72-491B-B00C7366406A}"/>
                    </a:ext>
                  </a:extLst>
                </p:cNvPr>
                <p:cNvSpPr/>
                <p:nvPr/>
              </p:nvSpPr>
              <p:spPr bwMode="auto">
                <a:xfrm>
                  <a:off x="8192855" y="4378778"/>
                  <a:ext cx="413659" cy="515983"/>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dirty="0">
                    <a:ln>
                      <a:solidFill>
                        <a:schemeClr val="tx2"/>
                      </a:solidFill>
                    </a:ln>
                    <a:solidFill>
                      <a:schemeClr val="accent1">
                        <a:lumMod val="40000"/>
                        <a:lumOff val="60000"/>
                      </a:schemeClr>
                    </a:solidFill>
                    <a:effectLst/>
                    <a:latin typeface="Arial" panose="020B0604020202020204" pitchFamily="34" charset="0"/>
                    <a:ea typeface="宋体" panose="02010600030101010101" pitchFamily="2" charset="-122"/>
                  </a:endParaRPr>
                </a:p>
              </p:txBody>
            </p:sp>
            <p:sp>
              <p:nvSpPr>
                <p:cNvPr id="111" name="文本框 110">
                  <a:extLst>
                    <a:ext uri="{FF2B5EF4-FFF2-40B4-BE49-F238E27FC236}">
                      <a16:creationId xmlns:a16="http://schemas.microsoft.com/office/drawing/2014/main" id="{2EEED268-5CEE-46E0-A515-BE13EEFD935C}"/>
                    </a:ext>
                  </a:extLst>
                </p:cNvPr>
                <p:cNvSpPr txBox="1"/>
                <p:nvPr/>
              </p:nvSpPr>
              <p:spPr>
                <a:xfrm flipH="1">
                  <a:off x="8199556" y="4470701"/>
                  <a:ext cx="413659" cy="322958"/>
                </a:xfrm>
                <a:prstGeom prst="rect">
                  <a:avLst/>
                </a:prstGeom>
                <a:solidFill>
                  <a:schemeClr val="bg1">
                    <a:lumMod val="85000"/>
                  </a:schemeClr>
                </a:solidFill>
              </p:spPr>
              <p:txBody>
                <a:bodyPr wrap="square" rtlCol="0">
                  <a:spAutoFit/>
                </a:bodyPr>
                <a:lstStyle/>
                <a:p>
                  <a:pPr algn="ctr"/>
                  <a:r>
                    <a:rPr lang="en-US" altLang="zh-CN" sz="1200" dirty="0"/>
                    <a:t>t4</a:t>
                  </a:r>
                </a:p>
              </p:txBody>
            </p:sp>
          </p:grpSp>
          <p:cxnSp>
            <p:nvCxnSpPr>
              <p:cNvPr id="104" name="直接连接符 103">
                <a:extLst>
                  <a:ext uri="{FF2B5EF4-FFF2-40B4-BE49-F238E27FC236}">
                    <a16:creationId xmlns:a16="http://schemas.microsoft.com/office/drawing/2014/main" id="{CF3D233D-F279-C959-2D93-66D5E6CA51E1}"/>
                  </a:ext>
                </a:extLst>
              </p:cNvPr>
              <p:cNvCxnSpPr/>
              <p:nvPr/>
            </p:nvCxnSpPr>
            <p:spPr bwMode="auto">
              <a:xfrm flipH="1">
                <a:off x="8211388" y="2311538"/>
                <a:ext cx="389415" cy="233306"/>
              </a:xfrm>
              <a:prstGeom prst="line">
                <a:avLst/>
              </a:prstGeom>
            </p:spPr>
            <p:style>
              <a:lnRef idx="1">
                <a:schemeClr val="dk1"/>
              </a:lnRef>
              <a:fillRef idx="0">
                <a:schemeClr val="dk1"/>
              </a:fillRef>
              <a:effectRef idx="0">
                <a:schemeClr val="dk1"/>
              </a:effectRef>
              <a:fontRef idx="minor">
                <a:schemeClr val="tx1"/>
              </a:fontRef>
            </p:style>
          </p:cxnSp>
          <p:cxnSp>
            <p:nvCxnSpPr>
              <p:cNvPr id="105" name="直接连接符 104">
                <a:extLst>
                  <a:ext uri="{FF2B5EF4-FFF2-40B4-BE49-F238E27FC236}">
                    <a16:creationId xmlns:a16="http://schemas.microsoft.com/office/drawing/2014/main" id="{74290FEB-3D2E-A2C7-385B-D2952845ED8C}"/>
                  </a:ext>
                </a:extLst>
              </p:cNvPr>
              <p:cNvCxnSpPr/>
              <p:nvPr/>
            </p:nvCxnSpPr>
            <p:spPr bwMode="auto">
              <a:xfrm flipH="1">
                <a:off x="9442648" y="3003332"/>
                <a:ext cx="389415" cy="233306"/>
              </a:xfrm>
              <a:prstGeom prst="line">
                <a:avLst/>
              </a:prstGeom>
            </p:spPr>
            <p:style>
              <a:lnRef idx="1">
                <a:schemeClr val="dk1"/>
              </a:lnRef>
              <a:fillRef idx="0">
                <a:schemeClr val="dk1"/>
              </a:fillRef>
              <a:effectRef idx="0">
                <a:schemeClr val="dk1"/>
              </a:effectRef>
              <a:fontRef idx="minor">
                <a:schemeClr val="tx1"/>
              </a:fontRef>
            </p:style>
          </p:cxnSp>
          <p:cxnSp>
            <p:nvCxnSpPr>
              <p:cNvPr id="106" name="直接连接符 105">
                <a:extLst>
                  <a:ext uri="{FF2B5EF4-FFF2-40B4-BE49-F238E27FC236}">
                    <a16:creationId xmlns:a16="http://schemas.microsoft.com/office/drawing/2014/main" id="{0E7CC349-CDAC-E5B1-3906-28F5EC0FC8D9}"/>
                  </a:ext>
                </a:extLst>
              </p:cNvPr>
              <p:cNvCxnSpPr>
                <a:cxnSpLocks/>
                <a:endCxn id="114" idx="1"/>
              </p:cNvCxnSpPr>
              <p:nvPr/>
            </p:nvCxnSpPr>
            <p:spPr bwMode="auto">
              <a:xfrm>
                <a:off x="7970944" y="2880562"/>
                <a:ext cx="485353" cy="498664"/>
              </a:xfrm>
              <a:prstGeom prst="line">
                <a:avLst/>
              </a:prstGeom>
            </p:spPr>
            <p:style>
              <a:lnRef idx="1">
                <a:schemeClr val="dk1"/>
              </a:lnRef>
              <a:fillRef idx="0">
                <a:schemeClr val="dk1"/>
              </a:fillRef>
              <a:effectRef idx="0">
                <a:schemeClr val="dk1"/>
              </a:effectRef>
              <a:fontRef idx="minor">
                <a:schemeClr val="tx1"/>
              </a:fontRef>
            </p:style>
          </p:cxnSp>
          <p:cxnSp>
            <p:nvCxnSpPr>
              <p:cNvPr id="107" name="直接连接符 106">
                <a:extLst>
                  <a:ext uri="{FF2B5EF4-FFF2-40B4-BE49-F238E27FC236}">
                    <a16:creationId xmlns:a16="http://schemas.microsoft.com/office/drawing/2014/main" id="{E6558448-10B2-ED33-CB46-1F3444532915}"/>
                  </a:ext>
                </a:extLst>
              </p:cNvPr>
              <p:cNvCxnSpPr>
                <a:cxnSpLocks/>
              </p:cNvCxnSpPr>
              <p:nvPr/>
            </p:nvCxnSpPr>
            <p:spPr bwMode="auto">
              <a:xfrm>
                <a:off x="9785962" y="2988970"/>
                <a:ext cx="516291" cy="310548"/>
              </a:xfrm>
              <a:prstGeom prst="line">
                <a:avLst/>
              </a:prstGeom>
            </p:spPr>
            <p:style>
              <a:lnRef idx="1">
                <a:schemeClr val="dk1"/>
              </a:lnRef>
              <a:fillRef idx="0">
                <a:schemeClr val="dk1"/>
              </a:fillRef>
              <a:effectRef idx="0">
                <a:schemeClr val="dk1"/>
              </a:effectRef>
              <a:fontRef idx="minor">
                <a:schemeClr val="tx1"/>
              </a:fontRef>
            </p:style>
          </p:cxnSp>
          <p:cxnSp>
            <p:nvCxnSpPr>
              <p:cNvPr id="108" name="直接连接符 107">
                <a:extLst>
                  <a:ext uri="{FF2B5EF4-FFF2-40B4-BE49-F238E27FC236}">
                    <a16:creationId xmlns:a16="http://schemas.microsoft.com/office/drawing/2014/main" id="{8123DEA6-3D25-6E71-AB05-D72C70BDFC7E}"/>
                  </a:ext>
                </a:extLst>
              </p:cNvPr>
              <p:cNvCxnSpPr>
                <a:cxnSpLocks/>
              </p:cNvCxnSpPr>
              <p:nvPr/>
            </p:nvCxnSpPr>
            <p:spPr bwMode="auto">
              <a:xfrm>
                <a:off x="9207917" y="2333101"/>
                <a:ext cx="516291" cy="310549"/>
              </a:xfrm>
              <a:prstGeom prst="line">
                <a:avLst/>
              </a:prstGeom>
            </p:spPr>
            <p:style>
              <a:lnRef idx="1">
                <a:schemeClr val="dk1"/>
              </a:lnRef>
              <a:fillRef idx="0">
                <a:schemeClr val="dk1"/>
              </a:fillRef>
              <a:effectRef idx="0">
                <a:schemeClr val="dk1"/>
              </a:effectRef>
              <a:fontRef idx="minor">
                <a:schemeClr val="tx1"/>
              </a:fontRef>
            </p:style>
          </p:cxnSp>
          <p:sp>
            <p:nvSpPr>
              <p:cNvPr id="109" name="矩形 108">
                <a:extLst>
                  <a:ext uri="{FF2B5EF4-FFF2-40B4-BE49-F238E27FC236}">
                    <a16:creationId xmlns:a16="http://schemas.microsoft.com/office/drawing/2014/main" id="{D304DFDE-EABB-AA3B-7FD5-B79712844DAD}"/>
                  </a:ext>
                </a:extLst>
              </p:cNvPr>
              <p:cNvSpPr/>
              <p:nvPr/>
            </p:nvSpPr>
            <p:spPr bwMode="auto">
              <a:xfrm>
                <a:off x="6518366" y="1828800"/>
                <a:ext cx="3918857" cy="2527663"/>
              </a:xfrm>
              <a:prstGeom prst="rect">
                <a:avLst/>
              </a:prstGeom>
              <a:noFill/>
              <a:ln>
                <a:solidFill>
                  <a:schemeClr val="tx1"/>
                </a:solidFill>
                <a:prstDash val="dash"/>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cxnSp>
          <p:nvCxnSpPr>
            <p:cNvPr id="95" name="直接连接符 94">
              <a:extLst>
                <a:ext uri="{FF2B5EF4-FFF2-40B4-BE49-F238E27FC236}">
                  <a16:creationId xmlns:a16="http://schemas.microsoft.com/office/drawing/2014/main" id="{27FD4F42-1521-C9D9-D73E-1990703E5670}"/>
                </a:ext>
              </a:extLst>
            </p:cNvPr>
            <p:cNvCxnSpPr>
              <a:cxnSpLocks/>
            </p:cNvCxnSpPr>
            <p:nvPr/>
          </p:nvCxnSpPr>
          <p:spPr bwMode="auto">
            <a:xfrm flipH="1">
              <a:off x="7565351" y="2831918"/>
              <a:ext cx="407312" cy="530451"/>
            </a:xfrm>
            <a:prstGeom prst="line">
              <a:avLst/>
            </a:prstGeom>
          </p:spPr>
          <p:style>
            <a:lnRef idx="1">
              <a:schemeClr val="dk1"/>
            </a:lnRef>
            <a:fillRef idx="0">
              <a:schemeClr val="dk1"/>
            </a:fillRef>
            <a:effectRef idx="0">
              <a:schemeClr val="dk1"/>
            </a:effectRef>
            <a:fontRef idx="minor">
              <a:schemeClr val="tx1"/>
            </a:fontRef>
          </p:style>
        </p:cxnSp>
        <p:sp>
          <p:nvSpPr>
            <p:cNvPr id="96" name="流程图: 接点 95">
              <a:extLst>
                <a:ext uri="{FF2B5EF4-FFF2-40B4-BE49-F238E27FC236}">
                  <a16:creationId xmlns:a16="http://schemas.microsoft.com/office/drawing/2014/main" id="{9ACD78BD-123A-4A88-9395-694CEED7BBB8}"/>
                </a:ext>
              </a:extLst>
            </p:cNvPr>
            <p:cNvSpPr/>
            <p:nvPr/>
          </p:nvSpPr>
          <p:spPr bwMode="auto">
            <a:xfrm>
              <a:off x="7220558" y="3362369"/>
              <a:ext cx="542109" cy="592100"/>
            </a:xfrm>
            <a:prstGeom prst="flowChartConnector">
              <a:avLst/>
            </a:prstGeom>
            <a:solidFill>
              <a:schemeClr val="bg1">
                <a:lumMod val="85000"/>
              </a:schemeClr>
            </a:solid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200" b="0" i="0" u="none" strike="noStrike" cap="none" normalizeH="0" baseline="0" dirty="0">
                  <a:ln>
                    <a:solidFill>
                      <a:schemeClr val="tx1"/>
                    </a:solidFill>
                  </a:ln>
                  <a:effectLst/>
                  <a:latin typeface="Arial" panose="020B0604020202020204" pitchFamily="34" charset="0"/>
                  <a:ea typeface="宋体" panose="02010600030101010101" pitchFamily="2" charset="-122"/>
                </a:rPr>
                <a:t>t1</a:t>
              </a:r>
              <a:endParaRPr kumimoji="0" lang="zh-CN" altLang="en-US" sz="1200" b="0" i="0" u="none" strike="noStrike" cap="none" normalizeH="0" baseline="0" dirty="0">
                <a:ln>
                  <a:solidFill>
                    <a:schemeClr val="tx1"/>
                  </a:solidFill>
                </a:ln>
                <a:effectLst/>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2933585818"/>
      </p:ext>
    </p:extLst>
  </p:cSld>
  <p:clrMapOvr>
    <a:masterClrMapping/>
  </p:clrMapOvr>
  <p:transition advClick="0" advTm="8000">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2F31F-08E8-641D-EAA1-39F5F1EC6B6D}"/>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5F3D71A1-F7C6-AB25-4F1C-05B096473FA2}"/>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优化器（分布式路径搜索）</a:t>
            </a:r>
          </a:p>
        </p:txBody>
      </p:sp>
      <p:sp>
        <p:nvSpPr>
          <p:cNvPr id="2" name="文本框 1">
            <a:extLst>
              <a:ext uri="{FF2B5EF4-FFF2-40B4-BE49-F238E27FC236}">
                <a16:creationId xmlns:a16="http://schemas.microsoft.com/office/drawing/2014/main" id="{5DEC73DB-83E6-FD65-766B-2AA85B048C37}"/>
              </a:ext>
            </a:extLst>
          </p:cNvPr>
          <p:cNvSpPr txBox="1"/>
          <p:nvPr/>
        </p:nvSpPr>
        <p:spPr>
          <a:xfrm>
            <a:off x="620486" y="1417320"/>
            <a:ext cx="12128863" cy="3138360"/>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sz="2000" b="1" dirty="0"/>
              <a:t>分布式路径搜索</a:t>
            </a:r>
            <a:endParaRPr lang="en-US" altLang="zh-CN" sz="2000" b="1" dirty="0"/>
          </a:p>
          <a:p>
            <a:pPr>
              <a:lnSpc>
                <a:spcPct val="150000"/>
              </a:lnSpc>
            </a:pPr>
            <a:r>
              <a:rPr lang="zh-CN" altLang="en-US" sz="2000" dirty="0"/>
              <a:t>在分布式架构下，同一个表的数据会分布到不同的</a:t>
            </a:r>
            <a:r>
              <a:rPr lang="en-US" altLang="zh-CN" sz="2000" dirty="0"/>
              <a:t>DN</a:t>
            </a:r>
            <a:r>
              <a:rPr lang="zh-CN" altLang="en-US" sz="2000" dirty="0"/>
              <a:t>，创建表的时候可以选择将数据在每个表上做</a:t>
            </a:r>
            <a:r>
              <a:rPr lang="en-US" altLang="zh-CN" sz="2000" dirty="0"/>
              <a:t>hash</a:t>
            </a:r>
            <a:r>
              <a:rPr lang="zh-CN" altLang="en-US" sz="2000" dirty="0"/>
              <a:t>分布（分布列），为了正确执行两表连接，可能需要将两个表的数据重新分布才能得到正确的连接结果，因此分布式执行计划中增加了</a:t>
            </a:r>
            <a:r>
              <a:rPr lang="en-US" altLang="zh-CN" sz="2000" dirty="0"/>
              <a:t>stream</a:t>
            </a:r>
            <a:r>
              <a:rPr lang="zh-CN" altLang="en-US" sz="2000" dirty="0"/>
              <a:t>算子：</a:t>
            </a:r>
            <a:endParaRPr lang="en-US" altLang="zh-CN" sz="2000" dirty="0"/>
          </a:p>
          <a:p>
            <a:pPr marL="342900" indent="457200">
              <a:lnSpc>
                <a:spcPct val="150000"/>
              </a:lnSpc>
              <a:buFont typeface="Wingdings" panose="05000000000000000000" pitchFamily="2" charset="2"/>
              <a:buChar char="Ø"/>
            </a:pPr>
            <a:r>
              <a:rPr lang="zh-CN" altLang="en-US" sz="1800" dirty="0"/>
              <a:t>重分布算子（</a:t>
            </a:r>
            <a:r>
              <a:rPr lang="en-US" altLang="zh-CN" sz="1800" dirty="0"/>
              <a:t>redistribute</a:t>
            </a:r>
            <a:r>
              <a:rPr lang="zh-CN" altLang="en-US" sz="1800" dirty="0"/>
              <a:t>）：将一个表的数据按照执行的</a:t>
            </a:r>
            <a:r>
              <a:rPr lang="en-US" altLang="zh-CN" sz="1800" dirty="0"/>
              <a:t>hash</a:t>
            </a:r>
            <a:r>
              <a:rPr lang="zh-CN" altLang="en-US" sz="1800" dirty="0"/>
              <a:t>值所在的</a:t>
            </a:r>
            <a:r>
              <a:rPr lang="en-US" altLang="zh-CN" sz="1800" dirty="0"/>
              <a:t>DN</a:t>
            </a:r>
            <a:r>
              <a:rPr lang="zh-CN" altLang="en-US" sz="1800" dirty="0"/>
              <a:t>上做重分布。</a:t>
            </a:r>
            <a:endParaRPr lang="en-US" altLang="zh-CN" sz="1800" dirty="0"/>
          </a:p>
          <a:p>
            <a:pPr marL="285750" indent="457200">
              <a:lnSpc>
                <a:spcPct val="150000"/>
              </a:lnSpc>
              <a:buFont typeface="Wingdings" panose="05000000000000000000" pitchFamily="2" charset="2"/>
              <a:buChar char="Ø"/>
            </a:pPr>
            <a:r>
              <a:rPr lang="zh-CN" altLang="en-US" sz="1800" dirty="0"/>
              <a:t>广播算子（</a:t>
            </a:r>
            <a:r>
              <a:rPr lang="en-US" altLang="zh-CN" sz="1800" dirty="0"/>
              <a:t>broadcast</a:t>
            </a:r>
            <a:r>
              <a:rPr lang="zh-CN" altLang="en-US" sz="1800" dirty="0"/>
              <a:t>）：通过广播的方式重新分布一个表的数据，保证广播之后每个</a:t>
            </a:r>
            <a:r>
              <a:rPr lang="en-US" altLang="zh-CN" sz="1800" dirty="0"/>
              <a:t>DN</a:t>
            </a:r>
            <a:r>
              <a:rPr lang="zh-CN" altLang="en-US" sz="1800" dirty="0"/>
              <a:t>上都有这个表的数据的一分副本。</a:t>
            </a:r>
            <a:r>
              <a:rPr lang="en-US" altLang="zh-CN" dirty="0"/>
              <a:t>broadcast</a:t>
            </a:r>
            <a:r>
              <a:rPr lang="zh-CN" altLang="en-US" dirty="0"/>
              <a:t>广播算子是将某个</a:t>
            </a:r>
            <a:r>
              <a:rPr lang="en-US" altLang="zh-CN" dirty="0"/>
              <a:t>DN</a:t>
            </a:r>
            <a:r>
              <a:rPr lang="zh-CN" altLang="en-US" dirty="0"/>
              <a:t>上的数据发送到所有</a:t>
            </a:r>
            <a:r>
              <a:rPr lang="en-US" altLang="zh-CN" dirty="0"/>
              <a:t>DN</a:t>
            </a:r>
            <a:r>
              <a:rPr lang="zh-CN" altLang="en-US" dirty="0"/>
              <a:t>上，或者是所有</a:t>
            </a:r>
            <a:r>
              <a:rPr lang="en-US" altLang="zh-CN" dirty="0"/>
              <a:t>DN</a:t>
            </a:r>
            <a:r>
              <a:rPr lang="zh-CN" altLang="en-US" dirty="0"/>
              <a:t>上的数据发送到某一个</a:t>
            </a:r>
            <a:r>
              <a:rPr lang="en-US" altLang="zh-CN" dirty="0"/>
              <a:t>DN</a:t>
            </a:r>
            <a:r>
              <a:rPr lang="zh-CN" altLang="en-US" dirty="0"/>
              <a:t>上。</a:t>
            </a:r>
            <a:endParaRPr lang="en-US" altLang="zh-CN" dirty="0"/>
          </a:p>
        </p:txBody>
      </p:sp>
      <p:sp>
        <p:nvSpPr>
          <p:cNvPr id="5" name="文本框 4">
            <a:extLst>
              <a:ext uri="{FF2B5EF4-FFF2-40B4-BE49-F238E27FC236}">
                <a16:creationId xmlns:a16="http://schemas.microsoft.com/office/drawing/2014/main" id="{C918583D-F04F-C1C7-72A1-DC18E9C6101F}"/>
              </a:ext>
            </a:extLst>
          </p:cNvPr>
          <p:cNvSpPr txBox="1"/>
          <p:nvPr/>
        </p:nvSpPr>
        <p:spPr>
          <a:xfrm>
            <a:off x="705394" y="5022669"/>
            <a:ext cx="12043955" cy="1184940"/>
          </a:xfrm>
          <a:prstGeom prst="rect">
            <a:avLst/>
          </a:prstGeom>
          <a:noFill/>
        </p:spPr>
        <p:txBody>
          <a:bodyPr wrap="square" rtlCol="0">
            <a:spAutoFit/>
          </a:bodyPr>
          <a:lstStyle/>
          <a:p>
            <a:pPr>
              <a:lnSpc>
                <a:spcPct val="150000"/>
              </a:lnSpc>
            </a:pPr>
            <a:r>
              <a:rPr lang="zh-CN" altLang="en-US" sz="1200" b="1" dirty="0"/>
              <a:t>备注：</a:t>
            </a:r>
            <a:r>
              <a:rPr lang="en-US" altLang="zh-CN" sz="1200" b="1" dirty="0"/>
              <a:t>redistribute</a:t>
            </a:r>
            <a:r>
              <a:rPr lang="zh-CN" altLang="en-US" sz="1200" b="1" dirty="0"/>
              <a:t>和</a:t>
            </a:r>
            <a:r>
              <a:rPr lang="en-US" altLang="zh-CN" sz="1200" b="1" dirty="0"/>
              <a:t>broadcast</a:t>
            </a:r>
            <a:r>
              <a:rPr lang="zh-CN" altLang="en-US" sz="1200" b="1" dirty="0"/>
              <a:t>的选择主要是根据</a:t>
            </a:r>
            <a:r>
              <a:rPr lang="en-US" altLang="zh-CN" sz="1200" b="1" dirty="0"/>
              <a:t>cost</a:t>
            </a:r>
            <a:r>
              <a:rPr lang="zh-CN" altLang="en-US" sz="1200" b="1" dirty="0"/>
              <a:t>代价评估来选择，大致来说，大表</a:t>
            </a:r>
            <a:r>
              <a:rPr lang="en-US" altLang="zh-CN" sz="1200" b="1" dirty="0"/>
              <a:t>join</a:t>
            </a:r>
            <a:r>
              <a:rPr lang="zh-CN" altLang="en-US" sz="1200" b="1" dirty="0"/>
              <a:t>小表的场景，小表倾向做</a:t>
            </a:r>
            <a:r>
              <a:rPr lang="en-US" altLang="zh-CN" sz="1200" b="1" dirty="0"/>
              <a:t>broadcast</a:t>
            </a:r>
            <a:r>
              <a:rPr lang="zh-CN" altLang="en-US" sz="1200" b="1" dirty="0"/>
              <a:t>，大表倾向做</a:t>
            </a:r>
            <a:r>
              <a:rPr lang="en-US" altLang="zh-CN" sz="1200" b="1" dirty="0"/>
              <a:t>redistribute</a:t>
            </a:r>
            <a:r>
              <a:rPr lang="zh-CN" altLang="en-US" sz="1200" b="1" dirty="0"/>
              <a:t>，这样能够会最小化</a:t>
            </a:r>
            <a:r>
              <a:rPr lang="en-US" altLang="zh-CN" sz="1200" b="1" dirty="0"/>
              <a:t>DN</a:t>
            </a:r>
            <a:r>
              <a:rPr lang="zh-CN" altLang="en-US" sz="1200" b="1" dirty="0"/>
              <a:t>间通信交互的数据量，减少通信交互的开销。如果关联的两张表数据量较大且相差不多，此时优化器会倾向于选择</a:t>
            </a:r>
            <a:r>
              <a:rPr lang="en-US" altLang="zh-CN" sz="1200" b="1" dirty="0"/>
              <a:t>redistribute</a:t>
            </a:r>
            <a:r>
              <a:rPr lang="zh-CN" altLang="en-US" sz="1200" b="1" dirty="0"/>
              <a:t>，因为相比于大数据量做</a:t>
            </a:r>
            <a:r>
              <a:rPr lang="en-US" altLang="zh-CN" sz="1200" b="1" dirty="0"/>
              <a:t>broadcast</a:t>
            </a:r>
            <a:r>
              <a:rPr lang="zh-CN" altLang="en-US" sz="1200" b="1" dirty="0"/>
              <a:t>，</a:t>
            </a:r>
            <a:r>
              <a:rPr lang="en-US" altLang="zh-CN" sz="1200" b="1" dirty="0"/>
              <a:t>redistribute</a:t>
            </a:r>
            <a:r>
              <a:rPr lang="zh-CN" altLang="en-US" sz="1200" b="1" dirty="0"/>
              <a:t>带来的性能影响更低。</a:t>
            </a:r>
          </a:p>
          <a:p>
            <a:endParaRPr lang="zh-CN" altLang="en-US" dirty="0"/>
          </a:p>
        </p:txBody>
      </p:sp>
    </p:spTree>
    <p:extLst>
      <p:ext uri="{BB962C8B-B14F-4D97-AF65-F5344CB8AC3E}">
        <p14:creationId xmlns:p14="http://schemas.microsoft.com/office/powerpoint/2010/main" val="3080704718"/>
      </p:ext>
    </p:extLst>
  </p:cSld>
  <p:clrMapOvr>
    <a:masterClrMapping/>
  </p:clrMapOvr>
  <p:transition advClick="0" advTm="8000">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2DA75-BFAF-3586-6F83-2CC7BD9B5A9D}"/>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27F4108A-B5F9-3B7C-07FE-9AE39E539DE9}"/>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优化器（路径搜索）</a:t>
            </a:r>
          </a:p>
        </p:txBody>
      </p:sp>
      <p:sp>
        <p:nvSpPr>
          <p:cNvPr id="3" name="文本框 2">
            <a:extLst>
              <a:ext uri="{FF2B5EF4-FFF2-40B4-BE49-F238E27FC236}">
                <a16:creationId xmlns:a16="http://schemas.microsoft.com/office/drawing/2014/main" id="{E9D82BE0-4A61-D083-4CB7-C8FA4CBAE500}"/>
              </a:ext>
            </a:extLst>
          </p:cNvPr>
          <p:cNvSpPr txBox="1"/>
          <p:nvPr/>
        </p:nvSpPr>
        <p:spPr>
          <a:xfrm>
            <a:off x="996287" y="1658203"/>
            <a:ext cx="11866728" cy="4043671"/>
          </a:xfrm>
          <a:prstGeom prst="rect">
            <a:avLst/>
          </a:prstGeom>
          <a:noFill/>
        </p:spPr>
        <p:txBody>
          <a:bodyPr wrap="square" rtlCol="0">
            <a:spAutoFit/>
          </a:bodyPr>
          <a:lstStyle/>
          <a:p>
            <a:pPr marL="342900" indent="457200">
              <a:lnSpc>
                <a:spcPct val="150000"/>
              </a:lnSpc>
              <a:buFont typeface="Wingdings" panose="05000000000000000000" pitchFamily="2" charset="2"/>
              <a:buChar char="l"/>
            </a:pPr>
            <a:r>
              <a:rPr lang="zh-CN" altLang="en-US" sz="2000" b="1" dirty="0"/>
              <a:t>利用物理属性优化</a:t>
            </a:r>
            <a:endParaRPr lang="en-US" altLang="zh-CN" sz="2000" b="1" dirty="0"/>
          </a:p>
          <a:p>
            <a:pPr indent="457200">
              <a:lnSpc>
                <a:spcPct val="150000"/>
              </a:lnSpc>
            </a:pPr>
            <a:r>
              <a:rPr lang="zh-CN" altLang="en-US" dirty="0"/>
              <a:t>为了提升计算的性能，也需要借助一些数据结构或者算法来对数据的分布做一些预处理，这些预处理方法或者利用了物理执行路径的物理属性（例如有序性），或者为物理执行路径创建物理属性，从而提升计算性能：</a:t>
            </a:r>
            <a:endParaRPr lang="en-US" altLang="zh-CN" dirty="0"/>
          </a:p>
          <a:p>
            <a:pPr indent="457200">
              <a:lnSpc>
                <a:spcPct val="150000"/>
              </a:lnSpc>
            </a:pPr>
            <a:endParaRPr lang="en-US" altLang="zh-CN" dirty="0"/>
          </a:p>
          <a:p>
            <a:pPr marL="285750" indent="285750">
              <a:lnSpc>
                <a:spcPct val="150000"/>
              </a:lnSpc>
              <a:buFont typeface="Wingdings" panose="05000000000000000000" pitchFamily="2" charset="2"/>
              <a:buChar char="Ø"/>
            </a:pPr>
            <a:r>
              <a:rPr lang="en-US" altLang="zh-CN" dirty="0"/>
              <a:t>B+</a:t>
            </a:r>
            <a:r>
              <a:rPr lang="zh-CN" altLang="en-US" dirty="0"/>
              <a:t>树：一种树形数据结构，数据库通常建立基于</a:t>
            </a:r>
            <a:r>
              <a:rPr lang="en-US" altLang="zh-CN" dirty="0"/>
              <a:t>B+</a:t>
            </a:r>
            <a:r>
              <a:rPr lang="zh-CN" altLang="en-US" dirty="0"/>
              <a:t>树的索引，而在查询优化过程中通过索引扫描、位图扫描的方法提高查询效率。</a:t>
            </a:r>
            <a:endParaRPr lang="en-US" altLang="zh-CN" dirty="0"/>
          </a:p>
          <a:p>
            <a:pPr marL="285750" indent="285750">
              <a:lnSpc>
                <a:spcPct val="150000"/>
              </a:lnSpc>
              <a:buFont typeface="Wingdings" panose="05000000000000000000" pitchFamily="2" charset="2"/>
              <a:buChar char="Ø"/>
            </a:pPr>
            <a:r>
              <a:rPr lang="en-US" altLang="zh-CN" dirty="0"/>
              <a:t>Hash</a:t>
            </a:r>
            <a:r>
              <a:rPr lang="zh-CN" altLang="en-US" dirty="0"/>
              <a:t>表：</a:t>
            </a:r>
            <a:r>
              <a:rPr lang="en-US" altLang="zh-CN" dirty="0"/>
              <a:t>hash</a:t>
            </a:r>
            <a:r>
              <a:rPr lang="zh-CN" altLang="en-US" dirty="0"/>
              <a:t>表为一种预处理方法，如</a:t>
            </a:r>
            <a:r>
              <a:rPr lang="en-US" altLang="zh-CN" dirty="0" err="1"/>
              <a:t>hashagg</a:t>
            </a:r>
            <a:r>
              <a:rPr lang="zh-CN" altLang="en-US" dirty="0"/>
              <a:t>，哈希索引、</a:t>
            </a:r>
            <a:r>
              <a:rPr lang="en-US" altLang="zh-CN" dirty="0"/>
              <a:t>hash</a:t>
            </a:r>
            <a:r>
              <a:rPr lang="zh-CN" altLang="en-US" dirty="0"/>
              <a:t> </a:t>
            </a:r>
            <a:r>
              <a:rPr lang="en-US" altLang="zh-CN" dirty="0"/>
              <a:t>join</a:t>
            </a:r>
          </a:p>
          <a:p>
            <a:pPr marL="285750" indent="285750">
              <a:lnSpc>
                <a:spcPct val="150000"/>
              </a:lnSpc>
              <a:buFont typeface="Wingdings" panose="05000000000000000000" pitchFamily="2" charset="2"/>
              <a:buChar char="Ø"/>
            </a:pPr>
            <a:r>
              <a:rPr lang="zh-CN" altLang="en-US" dirty="0"/>
              <a:t>排序：也是一种预处理方法</a:t>
            </a:r>
            <a:endParaRPr lang="en-US" altLang="zh-CN" dirty="0"/>
          </a:p>
          <a:p>
            <a:pPr marL="285750" indent="285750">
              <a:lnSpc>
                <a:spcPct val="150000"/>
              </a:lnSpc>
              <a:buFont typeface="Wingdings" panose="05000000000000000000" pitchFamily="2" charset="2"/>
              <a:buChar char="Ø"/>
            </a:pPr>
            <a:r>
              <a:rPr lang="zh-CN" altLang="en-US" dirty="0"/>
              <a:t>物化：物化就是将扫描操作或者连接操作中的中间结果保存起来，如果中间结果比较大，可能需要将结果写入磁盘，这样会产生额外的</a:t>
            </a:r>
            <a:r>
              <a:rPr lang="en-US" altLang="zh-CN" dirty="0"/>
              <a:t>IO</a:t>
            </a:r>
            <a:r>
              <a:rPr lang="zh-CN" altLang="en-US" dirty="0"/>
              <a:t>。</a:t>
            </a:r>
          </a:p>
        </p:txBody>
      </p:sp>
    </p:spTree>
    <p:extLst>
      <p:ext uri="{BB962C8B-B14F-4D97-AF65-F5344CB8AC3E}">
        <p14:creationId xmlns:p14="http://schemas.microsoft.com/office/powerpoint/2010/main" val="2998300058"/>
      </p:ext>
    </p:extLst>
  </p:cSld>
  <p:clrMapOvr>
    <a:masterClrMapping/>
  </p:clrMapOvr>
  <p:transition advClick="0" advTm="8000">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EC097-952D-4751-BD23-A58408A52B54}"/>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FF8495E3-8D95-F09B-20E9-2B86F923C469}"/>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优化器（代价估算）</a:t>
            </a:r>
          </a:p>
        </p:txBody>
      </p:sp>
      <p:sp>
        <p:nvSpPr>
          <p:cNvPr id="2" name="文本框 1">
            <a:extLst>
              <a:ext uri="{FF2B5EF4-FFF2-40B4-BE49-F238E27FC236}">
                <a16:creationId xmlns:a16="http://schemas.microsoft.com/office/drawing/2014/main" id="{7D3A096A-952B-3E49-44D6-8DFB9A052E1B}"/>
              </a:ext>
            </a:extLst>
          </p:cNvPr>
          <p:cNvSpPr txBox="1"/>
          <p:nvPr/>
        </p:nvSpPr>
        <p:spPr>
          <a:xfrm>
            <a:off x="1023583" y="1214651"/>
            <a:ext cx="12010030" cy="2820259"/>
          </a:xfrm>
          <a:prstGeom prst="rect">
            <a:avLst/>
          </a:prstGeom>
          <a:noFill/>
        </p:spPr>
        <p:txBody>
          <a:bodyPr wrap="square" rtlCol="0">
            <a:spAutoFit/>
          </a:bodyPr>
          <a:lstStyle/>
          <a:p>
            <a:pPr>
              <a:lnSpc>
                <a:spcPct val="150000"/>
              </a:lnSpc>
            </a:pPr>
            <a:r>
              <a:rPr lang="zh-CN" altLang="en-US" b="1" dirty="0"/>
              <a:t>统计信息：</a:t>
            </a:r>
            <a:r>
              <a:rPr lang="zh-CN" altLang="en-US" sz="1800" dirty="0"/>
              <a:t>即表、索引和列等对象的元数据信息，例如物理页数、行数、唯一值、数据特征（等高直方图、</a:t>
            </a:r>
            <a:r>
              <a:rPr lang="en-US" altLang="zh-CN" sz="1800" dirty="0"/>
              <a:t>MCV</a:t>
            </a:r>
            <a:r>
              <a:rPr lang="zh-CN" altLang="en-US" sz="1800" dirty="0"/>
              <a:t>）</a:t>
            </a:r>
            <a:r>
              <a:rPr lang="zh-CN" altLang="en-US" dirty="0"/>
              <a:t>。是计算计划路径代价的基石，统计信息的准确度对代价估算模型中行数估算和代价估算起着至关重要的作用，直接影响查询计划的优劣。</a:t>
            </a:r>
            <a:endParaRPr lang="en-US" altLang="zh-CN" dirty="0"/>
          </a:p>
          <a:p>
            <a:pPr marL="285750" indent="-285750">
              <a:lnSpc>
                <a:spcPct val="150000"/>
              </a:lnSpc>
              <a:buFont typeface="Wingdings" panose="05000000000000000000" pitchFamily="2" charset="2"/>
              <a:buChar char="l"/>
            </a:pPr>
            <a:r>
              <a:rPr lang="zh-CN" altLang="en-US" b="1" dirty="0"/>
              <a:t>行数估算 （</a:t>
            </a:r>
            <a:r>
              <a:rPr lang="en-US" altLang="zh-CN" b="1" dirty="0"/>
              <a:t>Row Estimation</a:t>
            </a:r>
            <a:r>
              <a:rPr lang="zh-CN" altLang="en-US" b="1" dirty="0"/>
              <a:t>）：</a:t>
            </a:r>
            <a:r>
              <a:rPr lang="zh-CN" altLang="en-US" dirty="0"/>
              <a:t>当一个约束条件确定了选择率之后，就可以确定每个计划路径所需要处理的行数，并根据行数推算出所需要处理的页面数，为代价估算做准备。</a:t>
            </a:r>
            <a:endParaRPr lang="en-US" altLang="zh-CN" dirty="0"/>
          </a:p>
          <a:p>
            <a:pPr marL="285750" indent="-285750">
              <a:lnSpc>
                <a:spcPct val="150000"/>
              </a:lnSpc>
              <a:buFont typeface="Wingdings" panose="05000000000000000000" pitchFamily="2" charset="2"/>
              <a:buChar char="l"/>
            </a:pPr>
            <a:r>
              <a:rPr lang="zh-CN" altLang="en-US" b="1" dirty="0"/>
              <a:t>代价估算 （</a:t>
            </a:r>
            <a:r>
              <a:rPr lang="en-US" altLang="zh-CN" b="1" dirty="0"/>
              <a:t>Cost Estimation</a:t>
            </a:r>
            <a:r>
              <a:rPr lang="zh-CN" altLang="en-US" b="1" dirty="0"/>
              <a:t>）：</a:t>
            </a:r>
            <a:r>
              <a:rPr lang="zh-CN" altLang="en-US" dirty="0"/>
              <a:t>根据数据量估算不同算子执行代价，各算子代价之和即为计划的总代价。一个计划的总代价可以表示为：总代价 </a:t>
            </a:r>
            <a:r>
              <a:rPr lang="en-US" altLang="zh-CN" dirty="0"/>
              <a:t>= IO</a:t>
            </a:r>
            <a:r>
              <a:rPr lang="zh-CN" altLang="en-US" dirty="0"/>
              <a:t>代价 </a:t>
            </a:r>
            <a:r>
              <a:rPr lang="en-US" altLang="zh-CN" dirty="0"/>
              <a:t>+ CPU</a:t>
            </a:r>
            <a:r>
              <a:rPr lang="zh-CN" altLang="en-US" dirty="0"/>
              <a:t>代价 </a:t>
            </a:r>
            <a:r>
              <a:rPr lang="en-US" altLang="zh-CN" dirty="0"/>
              <a:t>+ </a:t>
            </a:r>
            <a:r>
              <a:rPr lang="zh-CN" altLang="en-US" dirty="0"/>
              <a:t>通信代价</a:t>
            </a:r>
          </a:p>
        </p:txBody>
      </p:sp>
      <p:sp>
        <p:nvSpPr>
          <p:cNvPr id="3" name="文本框 2">
            <a:extLst>
              <a:ext uri="{FF2B5EF4-FFF2-40B4-BE49-F238E27FC236}">
                <a16:creationId xmlns:a16="http://schemas.microsoft.com/office/drawing/2014/main" id="{58EB48E9-B958-D1C2-9727-DA04B3DCFA67}"/>
              </a:ext>
            </a:extLst>
          </p:cNvPr>
          <p:cNvSpPr txBox="1"/>
          <p:nvPr/>
        </p:nvSpPr>
        <p:spPr>
          <a:xfrm>
            <a:off x="1078173" y="4387756"/>
            <a:ext cx="8072651" cy="2511265"/>
          </a:xfrm>
          <a:prstGeom prst="rect">
            <a:avLst/>
          </a:prstGeom>
          <a:noFill/>
        </p:spPr>
        <p:txBody>
          <a:bodyPr wrap="square" rtlCol="0">
            <a:spAutoFit/>
          </a:bodyPr>
          <a:lstStyle/>
          <a:p>
            <a:pPr marL="285750" indent="-285750">
              <a:lnSpc>
                <a:spcPts val="3160"/>
              </a:lnSpc>
              <a:buFont typeface="Wingdings" panose="05000000000000000000" pitchFamily="2" charset="2"/>
              <a:buChar char="Ø"/>
            </a:pPr>
            <a:r>
              <a:rPr lang="zh-CN" altLang="en-US" dirty="0"/>
              <a:t>如何查看统计信息：</a:t>
            </a:r>
            <a:endParaRPr lang="en-US" altLang="zh-CN" dirty="0"/>
          </a:p>
          <a:p>
            <a:pPr marL="171450" indent="457200">
              <a:lnSpc>
                <a:spcPts val="3160"/>
              </a:lnSpc>
              <a:buFont typeface="Arial" panose="020B0604020202020204" pitchFamily="34" charset="0"/>
              <a:buChar char="•"/>
            </a:pPr>
            <a:r>
              <a:rPr lang="zh-CN" altLang="en-US" sz="1800" dirty="0"/>
              <a:t> 查询系统表获取统计信息，如pg_class, pg_stats, pg_partition, pg_statistic</a:t>
            </a:r>
          </a:p>
          <a:p>
            <a:pPr marL="171450" indent="457200">
              <a:lnSpc>
                <a:spcPts val="3160"/>
              </a:lnSpc>
              <a:buFont typeface="Arial" panose="020B0604020202020204" pitchFamily="34" charset="0"/>
              <a:buChar char="•"/>
            </a:pPr>
            <a:r>
              <a:rPr lang="zh-CN" altLang="en-US" sz="1800" dirty="0"/>
              <a:t>  表统计信息</a:t>
            </a:r>
          </a:p>
          <a:p>
            <a:pPr indent="457200">
              <a:lnSpc>
                <a:spcPts val="3160"/>
              </a:lnSpc>
            </a:pPr>
            <a:r>
              <a:rPr lang="zh-CN" altLang="en-US" sz="1800" dirty="0"/>
              <a:t>      select relname, relpages, reltuples from pg_class where relname = '表名'  ;</a:t>
            </a:r>
          </a:p>
          <a:p>
            <a:pPr marL="171450" indent="457200">
              <a:lnSpc>
                <a:spcPts val="3160"/>
              </a:lnSpc>
              <a:buFont typeface="Arial" panose="020B0604020202020204" pitchFamily="34" charset="0"/>
              <a:buChar char="•"/>
            </a:pPr>
            <a:r>
              <a:rPr lang="zh-CN" altLang="en-US" sz="1800" dirty="0"/>
              <a:t>  单列统计信息</a:t>
            </a:r>
          </a:p>
          <a:p>
            <a:pPr indent="457200">
              <a:lnSpc>
                <a:spcPts val="3160"/>
              </a:lnSpc>
            </a:pPr>
            <a:r>
              <a:rPr lang="en-US" altLang="zh-CN" sz="1800" dirty="0"/>
              <a:t>      select * from </a:t>
            </a:r>
            <a:r>
              <a:rPr lang="en-US" altLang="zh-CN" sz="1800" dirty="0" err="1"/>
              <a:t>pg_stats</a:t>
            </a:r>
            <a:r>
              <a:rPr lang="en-US" altLang="zh-CN" sz="1800" dirty="0"/>
              <a:t> where </a:t>
            </a:r>
            <a:r>
              <a:rPr lang="en-US" altLang="zh-CN" sz="1800" dirty="0" err="1"/>
              <a:t>tablename</a:t>
            </a:r>
            <a:r>
              <a:rPr lang="en-US" altLang="zh-CN" sz="1800" dirty="0"/>
              <a:t> = '</a:t>
            </a:r>
            <a:r>
              <a:rPr lang="zh-CN" altLang="en-US" sz="1800" dirty="0"/>
              <a:t>表名</a:t>
            </a:r>
            <a:r>
              <a:rPr lang="en-US" altLang="zh-CN" sz="1800" dirty="0"/>
              <a:t>' and </a:t>
            </a:r>
            <a:r>
              <a:rPr lang="en-US" altLang="zh-CN" sz="1800" dirty="0" err="1"/>
              <a:t>attname</a:t>
            </a:r>
            <a:r>
              <a:rPr lang="en-US" altLang="zh-CN" sz="1800" dirty="0"/>
              <a:t> = '</a:t>
            </a:r>
            <a:r>
              <a:rPr lang="zh-CN" altLang="en-US" sz="1800" dirty="0"/>
              <a:t>列名’</a:t>
            </a:r>
            <a:r>
              <a:rPr lang="en-US" altLang="zh-CN" sz="1800" dirty="0"/>
              <a:t>;</a:t>
            </a:r>
            <a:endParaRPr lang="zh-CN" altLang="en-US" dirty="0"/>
          </a:p>
        </p:txBody>
      </p:sp>
      <p:graphicFrame>
        <p:nvGraphicFramePr>
          <p:cNvPr id="5" name="表格 4">
            <a:extLst>
              <a:ext uri="{FF2B5EF4-FFF2-40B4-BE49-F238E27FC236}">
                <a16:creationId xmlns:a16="http://schemas.microsoft.com/office/drawing/2014/main" id="{E9041D8B-9DCD-92C5-FE2C-4B5504DF9EDD}"/>
              </a:ext>
            </a:extLst>
          </p:cNvPr>
          <p:cNvGraphicFramePr>
            <a:graphicFrameLocks noGrp="1"/>
          </p:cNvGraphicFramePr>
          <p:nvPr>
            <p:extLst>
              <p:ext uri="{D42A27DB-BD31-4B8C-83A1-F6EECF244321}">
                <p14:modId xmlns:p14="http://schemas.microsoft.com/office/powerpoint/2010/main" val="3801185190"/>
              </p:ext>
            </p:extLst>
          </p:nvPr>
        </p:nvGraphicFramePr>
        <p:xfrm>
          <a:off x="9262597" y="4588417"/>
          <a:ext cx="3893843" cy="1968807"/>
        </p:xfrm>
        <a:graphic>
          <a:graphicData uri="http://schemas.openxmlformats.org/drawingml/2006/table">
            <a:tbl>
              <a:tblPr firstRow="1" bandRow="1">
                <a:tableStyleId>{93296810-A885-4BE3-A3E7-6D5BEEA58F35}</a:tableStyleId>
              </a:tblPr>
              <a:tblGrid>
                <a:gridCol w="1557833">
                  <a:extLst>
                    <a:ext uri="{9D8B030D-6E8A-4147-A177-3AD203B41FA5}">
                      <a16:colId xmlns:a16="http://schemas.microsoft.com/office/drawing/2014/main" val="20000"/>
                    </a:ext>
                  </a:extLst>
                </a:gridCol>
                <a:gridCol w="2336010">
                  <a:extLst>
                    <a:ext uri="{9D8B030D-6E8A-4147-A177-3AD203B41FA5}">
                      <a16:colId xmlns:a16="http://schemas.microsoft.com/office/drawing/2014/main" val="20001"/>
                    </a:ext>
                  </a:extLst>
                </a:gridCol>
              </a:tblGrid>
              <a:tr h="323186">
                <a:tc>
                  <a:txBody>
                    <a:bodyPr/>
                    <a:lstStyle/>
                    <a:p>
                      <a:r>
                        <a:rPr lang="zh-CN" altLang="en-US" sz="1050">
                          <a:solidFill>
                            <a:schemeClr val="tx1"/>
                          </a:solidFill>
                        </a:rPr>
                        <a:t>名称</a:t>
                      </a:r>
                    </a:p>
                  </a:txBody>
                  <a:tcPr anchor="ct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CFCF"/>
                    </a:solidFill>
                  </a:tcPr>
                </a:tc>
                <a:tc>
                  <a:txBody>
                    <a:bodyPr/>
                    <a:lstStyle/>
                    <a:p>
                      <a:r>
                        <a:rPr lang="zh-CN" altLang="en-US" sz="1050">
                          <a:solidFill>
                            <a:schemeClr val="tx1"/>
                          </a:solidFill>
                        </a:rPr>
                        <a:t>描述</a:t>
                      </a:r>
                    </a:p>
                  </a:txBody>
                  <a:tcPr anchor="ct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CFCF"/>
                    </a:solidFill>
                  </a:tcPr>
                </a:tc>
                <a:extLst>
                  <a:ext uri="{0D108BD9-81ED-4DB2-BD59-A6C34878D82A}">
                    <a16:rowId xmlns:a16="http://schemas.microsoft.com/office/drawing/2014/main" val="10000"/>
                  </a:ext>
                </a:extLst>
              </a:tr>
              <a:tr h="323186">
                <a:tc>
                  <a:txBody>
                    <a:bodyPr/>
                    <a:lstStyle/>
                    <a:p>
                      <a:r>
                        <a:rPr lang="en-US" altLang="zh-CN" sz="1050"/>
                        <a:t>null_frac</a:t>
                      </a:r>
                      <a:endParaRPr lang="zh-CN" altLang="en-US" sz="1050"/>
                    </a:p>
                  </a:txBody>
                  <a:tcPr anchor="ct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zh-CN" altLang="en-US" sz="1050"/>
                        <a:t>记录中字段为空的百分比。</a:t>
                      </a:r>
                    </a:p>
                  </a:txBody>
                  <a:tcPr anchor="ct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23186">
                <a:tc>
                  <a:txBody>
                    <a:bodyPr/>
                    <a:lstStyle/>
                    <a:p>
                      <a:r>
                        <a:rPr lang="en-US" altLang="zh-CN" sz="1050" dirty="0" err="1"/>
                        <a:t>n_distinct</a:t>
                      </a:r>
                      <a:endParaRPr lang="zh-CN" altLang="en-US" sz="1050" dirty="0"/>
                    </a:p>
                  </a:txBody>
                  <a:tcPr anchor="ct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zh-CN" altLang="en-US" sz="1050"/>
                        <a:t>表示字段中独立数值的估计数目。</a:t>
                      </a:r>
                    </a:p>
                  </a:txBody>
                  <a:tcPr anchor="ct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23186">
                <a:tc>
                  <a:txBody>
                    <a:bodyPr/>
                    <a:lstStyle/>
                    <a:p>
                      <a:r>
                        <a:rPr lang="en-US" altLang="zh-CN" sz="1050"/>
                        <a:t>most_common_vals</a:t>
                      </a:r>
                      <a:endParaRPr lang="zh-CN" altLang="en-US" sz="1050"/>
                    </a:p>
                  </a:txBody>
                  <a:tcPr anchor="ct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zh-CN" altLang="en-US" sz="1050"/>
                        <a:t>一个字段里最常用数字的列表。</a:t>
                      </a:r>
                    </a:p>
                  </a:txBody>
                  <a:tcPr anchor="ct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23186">
                <a:tc>
                  <a:txBody>
                    <a:bodyPr/>
                    <a:lstStyle/>
                    <a:p>
                      <a:r>
                        <a:rPr lang="en-US" altLang="zh-CN" sz="1050"/>
                        <a:t>most_common_freqs</a:t>
                      </a:r>
                      <a:endParaRPr lang="zh-CN" altLang="en-US" sz="1050"/>
                    </a:p>
                  </a:txBody>
                  <a:tcPr anchor="ct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zh-CN" altLang="en-US" sz="1050"/>
                        <a:t>常用数值的频率的列表。</a:t>
                      </a:r>
                    </a:p>
                  </a:txBody>
                  <a:tcPr anchor="ct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52877">
                <a:tc>
                  <a:txBody>
                    <a:bodyPr/>
                    <a:lstStyle/>
                    <a:p>
                      <a:r>
                        <a:rPr lang="en-US" altLang="zh-CN" sz="1050"/>
                        <a:t>histogram_bounds</a:t>
                      </a:r>
                      <a:endParaRPr lang="zh-CN" altLang="en-US" sz="1050"/>
                    </a:p>
                  </a:txBody>
                  <a:tcPr anchor="ct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zh-CN" altLang="en-US" sz="1050" dirty="0"/>
                        <a:t>等高直方图边界列表。</a:t>
                      </a:r>
                    </a:p>
                  </a:txBody>
                  <a:tcPr anchor="ct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bl>
          </a:graphicData>
        </a:graphic>
      </p:graphicFrame>
      <p:sp>
        <p:nvSpPr>
          <p:cNvPr id="6" name="文本框 5">
            <a:extLst>
              <a:ext uri="{FF2B5EF4-FFF2-40B4-BE49-F238E27FC236}">
                <a16:creationId xmlns:a16="http://schemas.microsoft.com/office/drawing/2014/main" id="{7D97A3EC-84E3-D6CF-3961-19B5E1EF8174}"/>
              </a:ext>
            </a:extLst>
          </p:cNvPr>
          <p:cNvSpPr txBox="1"/>
          <p:nvPr/>
        </p:nvSpPr>
        <p:spPr>
          <a:xfrm>
            <a:off x="9205416" y="4241299"/>
            <a:ext cx="3091217" cy="276999"/>
          </a:xfrm>
          <a:prstGeom prst="rect">
            <a:avLst/>
          </a:prstGeom>
          <a:noFill/>
        </p:spPr>
        <p:txBody>
          <a:bodyPr wrap="square" rtlCol="0">
            <a:spAutoFit/>
          </a:bodyPr>
          <a:lstStyle/>
          <a:p>
            <a:r>
              <a:rPr lang="en-US" altLang="zh-CN" sz="1200" dirty="0" err="1"/>
              <a:t>pg_stats</a:t>
            </a:r>
            <a:r>
              <a:rPr lang="zh-CN" altLang="en-US" sz="1200" dirty="0"/>
              <a:t>表重要字段</a:t>
            </a:r>
          </a:p>
        </p:txBody>
      </p:sp>
    </p:spTree>
    <p:extLst>
      <p:ext uri="{BB962C8B-B14F-4D97-AF65-F5344CB8AC3E}">
        <p14:creationId xmlns:p14="http://schemas.microsoft.com/office/powerpoint/2010/main" val="3402940500"/>
      </p:ext>
    </p:extLst>
  </p:cSld>
  <p:clrMapOvr>
    <a:masterClrMapping/>
  </p:clrMapOvr>
  <p:transition advClick="0" advTm="8000">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B3CF8-1D2C-EE0D-E49C-EE13D6F4B9C9}"/>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030BBDE8-0636-EFF8-3620-C0E0DBE118BA}"/>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优化器（执行计划）</a:t>
            </a:r>
          </a:p>
        </p:txBody>
      </p:sp>
      <p:sp>
        <p:nvSpPr>
          <p:cNvPr id="2" name="文本框 1">
            <a:extLst>
              <a:ext uri="{FF2B5EF4-FFF2-40B4-BE49-F238E27FC236}">
                <a16:creationId xmlns:a16="http://schemas.microsoft.com/office/drawing/2014/main" id="{E3CC3CD4-070A-5DE3-78A9-830BF7F9A0A9}"/>
              </a:ext>
            </a:extLst>
          </p:cNvPr>
          <p:cNvSpPr txBox="1"/>
          <p:nvPr/>
        </p:nvSpPr>
        <p:spPr>
          <a:xfrm>
            <a:off x="968991" y="1405719"/>
            <a:ext cx="10324531" cy="4366836"/>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en-US" altLang="zh-CN" dirty="0"/>
              <a:t>SQL</a:t>
            </a:r>
            <a:r>
              <a:rPr lang="zh-CN" altLang="en-US" dirty="0"/>
              <a:t>语句执行计划是数据库为允许</a:t>
            </a:r>
            <a:r>
              <a:rPr lang="en-US" altLang="zh-CN" dirty="0"/>
              <a:t>SQL</a:t>
            </a:r>
            <a:r>
              <a:rPr lang="zh-CN" altLang="en-US" dirty="0"/>
              <a:t>语句而执行的操作步骤序列。执行计划是</a:t>
            </a:r>
            <a:r>
              <a:rPr lang="en-US" altLang="zh-CN" dirty="0"/>
              <a:t>SQL</a:t>
            </a:r>
            <a:r>
              <a:rPr lang="zh-CN" altLang="en-US" dirty="0"/>
              <a:t>性能分析及调优的核心，执行计划显示以下信息：</a:t>
            </a:r>
            <a:endParaRPr lang="en-US" altLang="zh-CN" dirty="0"/>
          </a:p>
          <a:p>
            <a:pPr indent="457200">
              <a:lnSpc>
                <a:spcPct val="150000"/>
              </a:lnSpc>
            </a:pPr>
            <a:r>
              <a:rPr lang="en-US" altLang="zh-CN" dirty="0"/>
              <a:t>SQL</a:t>
            </a:r>
            <a:r>
              <a:rPr lang="zh-CN" altLang="en-US" dirty="0"/>
              <a:t>语句引用的表的顺序</a:t>
            </a:r>
            <a:endParaRPr lang="en-US" altLang="zh-CN" dirty="0"/>
          </a:p>
          <a:p>
            <a:pPr indent="457200">
              <a:lnSpc>
                <a:spcPct val="150000"/>
              </a:lnSpc>
            </a:pPr>
            <a:r>
              <a:rPr lang="en-US" altLang="zh-CN" dirty="0"/>
              <a:t>SQL</a:t>
            </a:r>
            <a:r>
              <a:rPr lang="zh-CN" altLang="en-US" dirty="0"/>
              <a:t>语句中每个表的访问方法</a:t>
            </a:r>
            <a:endParaRPr lang="en-US" altLang="zh-CN" dirty="0"/>
          </a:p>
          <a:p>
            <a:pPr indent="457200">
              <a:lnSpc>
                <a:spcPct val="150000"/>
              </a:lnSpc>
            </a:pPr>
            <a:r>
              <a:rPr lang="zh-CN" altLang="en-US" dirty="0"/>
              <a:t>针对</a:t>
            </a:r>
            <a:r>
              <a:rPr lang="en-US" altLang="zh-CN" dirty="0"/>
              <a:t>SQL</a:t>
            </a:r>
            <a:r>
              <a:rPr lang="zh-CN" altLang="en-US" dirty="0"/>
              <a:t>语句中连接操作相关的表的连接方法</a:t>
            </a:r>
            <a:endParaRPr lang="en-US" altLang="zh-CN" dirty="0"/>
          </a:p>
          <a:p>
            <a:pPr indent="457200">
              <a:lnSpc>
                <a:spcPct val="150000"/>
              </a:lnSpc>
            </a:pPr>
            <a:r>
              <a:rPr lang="en-US" altLang="zh-CN" dirty="0"/>
              <a:t>Where</a:t>
            </a:r>
            <a:r>
              <a:rPr lang="zh-CN" altLang="en-US" dirty="0"/>
              <a:t>条件过滤、</a:t>
            </a:r>
            <a:r>
              <a:rPr lang="en-US" altLang="zh-CN" dirty="0"/>
              <a:t>order</a:t>
            </a:r>
            <a:r>
              <a:rPr lang="zh-CN" altLang="en-US" dirty="0"/>
              <a:t>排序及</a:t>
            </a:r>
            <a:r>
              <a:rPr lang="en-US" altLang="zh-CN" dirty="0"/>
              <a:t>count</a:t>
            </a:r>
            <a:r>
              <a:rPr lang="zh-CN" altLang="en-US" dirty="0"/>
              <a:t>聚合等操作</a:t>
            </a:r>
            <a:endParaRPr lang="en-US" altLang="zh-CN" dirty="0"/>
          </a:p>
          <a:p>
            <a:pPr marL="285750" indent="-285750">
              <a:lnSpc>
                <a:spcPct val="150000"/>
              </a:lnSpc>
              <a:buFont typeface="Wingdings" panose="05000000000000000000" pitchFamily="2" charset="2"/>
              <a:buChar char="l"/>
            </a:pPr>
            <a:endParaRPr lang="en-US" altLang="zh-CN" dirty="0"/>
          </a:p>
          <a:p>
            <a:pPr marL="285750" indent="-285750">
              <a:lnSpc>
                <a:spcPct val="150000"/>
              </a:lnSpc>
              <a:buFont typeface="Wingdings" panose="05000000000000000000" pitchFamily="2" charset="2"/>
              <a:buChar char="l"/>
            </a:pPr>
            <a:r>
              <a:rPr lang="zh-CN" altLang="en-US" dirty="0"/>
              <a:t>执行计划三要素</a:t>
            </a:r>
            <a:endParaRPr lang="en-US" altLang="zh-CN" dirty="0"/>
          </a:p>
          <a:p>
            <a:pPr marL="717550" lvl="1" indent="-285750">
              <a:lnSpc>
                <a:spcPct val="150000"/>
              </a:lnSpc>
              <a:buFont typeface="Wingdings" panose="05000000000000000000" pitchFamily="2" charset="2"/>
              <a:buChar char="Ø"/>
            </a:pPr>
            <a:r>
              <a:rPr lang="zh-CN" altLang="en-US" dirty="0"/>
              <a:t>访问路径：扫描表数据的路径</a:t>
            </a:r>
            <a:endParaRPr lang="en-US" altLang="zh-CN" dirty="0"/>
          </a:p>
          <a:p>
            <a:pPr marL="717550" lvl="1" indent="-285750">
              <a:lnSpc>
                <a:spcPct val="150000"/>
              </a:lnSpc>
              <a:buFont typeface="Wingdings" panose="05000000000000000000" pitchFamily="2" charset="2"/>
              <a:buChar char="Ø"/>
            </a:pPr>
            <a:r>
              <a:rPr lang="zh-CN" altLang="en-US" dirty="0"/>
              <a:t>连接顺序：多表连接顺序</a:t>
            </a:r>
            <a:endParaRPr lang="en-US" altLang="zh-CN" dirty="0"/>
          </a:p>
          <a:p>
            <a:pPr marL="717550" lvl="1" indent="-285750">
              <a:lnSpc>
                <a:spcPct val="150000"/>
              </a:lnSpc>
              <a:buFont typeface="Wingdings" panose="05000000000000000000" pitchFamily="2" charset="2"/>
              <a:buChar char="Ø"/>
            </a:pPr>
            <a:r>
              <a:rPr lang="zh-CN" altLang="en-US" dirty="0"/>
              <a:t>连接方式：多表连接方式</a:t>
            </a:r>
          </a:p>
        </p:txBody>
      </p:sp>
    </p:spTree>
    <p:extLst>
      <p:ext uri="{BB962C8B-B14F-4D97-AF65-F5344CB8AC3E}">
        <p14:creationId xmlns:p14="http://schemas.microsoft.com/office/powerpoint/2010/main" val="3616309221"/>
      </p:ext>
    </p:extLst>
  </p:cSld>
  <p:clrMapOvr>
    <a:masterClrMapping/>
  </p:clrMapOvr>
  <p:transition advClick="0" advTm="8000">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DF0B9-1F6B-9FB8-E5AD-4C3ECED3CA87}"/>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EE36478D-1743-DCC9-17C9-229B246EF25A}"/>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优化器（执行计划）</a:t>
            </a:r>
          </a:p>
        </p:txBody>
      </p:sp>
      <p:sp>
        <p:nvSpPr>
          <p:cNvPr id="2" name="文本框 1">
            <a:extLst>
              <a:ext uri="{FF2B5EF4-FFF2-40B4-BE49-F238E27FC236}">
                <a16:creationId xmlns:a16="http://schemas.microsoft.com/office/drawing/2014/main" id="{E28D39D7-AB9D-49CC-09F8-DBFB02652C44}"/>
              </a:ext>
            </a:extLst>
          </p:cNvPr>
          <p:cNvSpPr txBox="1"/>
          <p:nvPr/>
        </p:nvSpPr>
        <p:spPr>
          <a:xfrm>
            <a:off x="968991" y="1405719"/>
            <a:ext cx="10324531" cy="2013885"/>
          </a:xfrm>
          <a:prstGeom prst="rect">
            <a:avLst/>
          </a:prstGeom>
          <a:noFill/>
        </p:spPr>
        <p:txBody>
          <a:bodyPr wrap="square" rtlCol="0">
            <a:spAutoFit/>
          </a:bodyPr>
          <a:lstStyle/>
          <a:p>
            <a:pPr>
              <a:lnSpc>
                <a:spcPct val="150000"/>
              </a:lnSpc>
            </a:pPr>
            <a:r>
              <a:rPr lang="zh-CN" altLang="en-US" dirty="0"/>
              <a:t>执行计划通过</a:t>
            </a:r>
            <a:r>
              <a:rPr lang="en-US" altLang="zh-CN" dirty="0"/>
              <a:t>explain</a:t>
            </a:r>
            <a:r>
              <a:rPr lang="zh-CN" altLang="en-US" dirty="0"/>
              <a:t>语法打印：</a:t>
            </a:r>
            <a:endParaRPr lang="en-US" altLang="zh-CN" dirty="0"/>
          </a:p>
          <a:p>
            <a:pPr>
              <a:lnSpc>
                <a:spcPct val="150000"/>
              </a:lnSpc>
            </a:pPr>
            <a:r>
              <a:rPr lang="en-US" altLang="zh-CN" dirty="0"/>
              <a:t>EXPLAIN [(option [,…])] statement;</a:t>
            </a:r>
          </a:p>
          <a:p>
            <a:pPr>
              <a:lnSpc>
                <a:spcPct val="150000"/>
              </a:lnSpc>
            </a:pPr>
            <a:r>
              <a:rPr lang="zh-CN" altLang="en-US" dirty="0"/>
              <a:t>打印计划树的结构：</a:t>
            </a:r>
            <a:endParaRPr lang="en-US" altLang="zh-CN" dirty="0"/>
          </a:p>
          <a:p>
            <a:pPr>
              <a:lnSpc>
                <a:spcPct val="150000"/>
              </a:lnSpc>
            </a:pPr>
            <a:endParaRPr lang="en-US" altLang="zh-CN" dirty="0"/>
          </a:p>
          <a:p>
            <a:pPr>
              <a:lnSpc>
                <a:spcPct val="150000"/>
              </a:lnSpc>
            </a:pPr>
            <a:endParaRPr lang="zh-CN" altLang="en-US" dirty="0"/>
          </a:p>
        </p:txBody>
      </p:sp>
      <p:pic>
        <p:nvPicPr>
          <p:cNvPr id="5" name="图片 4">
            <a:extLst>
              <a:ext uri="{FF2B5EF4-FFF2-40B4-BE49-F238E27FC236}">
                <a16:creationId xmlns:a16="http://schemas.microsoft.com/office/drawing/2014/main" id="{B87F1E6F-D937-5995-1979-2C463D32FF8A}"/>
              </a:ext>
            </a:extLst>
          </p:cNvPr>
          <p:cNvPicPr>
            <a:picLocks noChangeAspect="1"/>
          </p:cNvPicPr>
          <p:nvPr/>
        </p:nvPicPr>
        <p:blipFill>
          <a:blip r:embed="rId2"/>
          <a:stretch>
            <a:fillRect/>
          </a:stretch>
        </p:blipFill>
        <p:spPr>
          <a:xfrm>
            <a:off x="928960" y="3419604"/>
            <a:ext cx="11494556" cy="2960724"/>
          </a:xfrm>
          <a:prstGeom prst="rect">
            <a:avLst/>
          </a:prstGeom>
        </p:spPr>
      </p:pic>
    </p:spTree>
    <p:extLst>
      <p:ext uri="{BB962C8B-B14F-4D97-AF65-F5344CB8AC3E}">
        <p14:creationId xmlns:p14="http://schemas.microsoft.com/office/powerpoint/2010/main" val="4288219159"/>
      </p:ext>
    </p:extLst>
  </p:cSld>
  <p:clrMapOvr>
    <a:masterClrMapping/>
  </p:clrMapOvr>
  <p:transition advClick="0" advTm="8000">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93E1D-C410-A2DE-20B9-1AC7005A9159}"/>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C9228A8E-1CE4-A341-4263-4DAB819C710A}"/>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a:t>
            </a:r>
            <a:r>
              <a:rPr lang="en-US" altLang="zh-CN" sz="2800" kern="0" dirty="0">
                <a:solidFill>
                  <a:srgbClr val="C00000"/>
                </a:solidFill>
                <a:latin typeface="微软雅黑" panose="020B0503020204020204" pitchFamily="34" charset="-122"/>
                <a:ea typeface="微软雅黑" panose="020B0503020204020204" pitchFamily="34" charset="-122"/>
              </a:rPr>
              <a:t>Plan</a:t>
            </a:r>
            <a:r>
              <a:rPr lang="zh-CN" altLang="en-US" sz="2800" kern="0" dirty="0">
                <a:solidFill>
                  <a:srgbClr val="C00000"/>
                </a:solidFill>
                <a:latin typeface="微软雅黑" panose="020B0503020204020204" pitchFamily="34" charset="-122"/>
                <a:ea typeface="微软雅黑" panose="020B0503020204020204" pitchFamily="34" charset="-122"/>
              </a:rPr>
              <a:t> </a:t>
            </a:r>
            <a:r>
              <a:rPr lang="en-US" altLang="zh-CN" sz="2800" kern="0" dirty="0">
                <a:solidFill>
                  <a:srgbClr val="C00000"/>
                </a:solidFill>
                <a:latin typeface="微软雅黑" panose="020B0503020204020204" pitchFamily="34" charset="-122"/>
                <a:ea typeface="微软雅黑" panose="020B0503020204020204" pitchFamily="34" charset="-122"/>
              </a:rPr>
              <a:t>Hint</a:t>
            </a:r>
            <a:r>
              <a:rPr lang="zh-CN" altLang="en-US" sz="2800" kern="0" dirty="0">
                <a:solidFill>
                  <a:srgbClr val="C00000"/>
                </a:solidFill>
                <a:latin typeface="微软雅黑" panose="020B0503020204020204" pitchFamily="34" charset="-122"/>
                <a:ea typeface="微软雅黑" panose="020B0503020204020204" pitchFamily="34" charset="-122"/>
              </a:rPr>
              <a:t>）</a:t>
            </a:r>
          </a:p>
        </p:txBody>
      </p:sp>
      <p:sp>
        <p:nvSpPr>
          <p:cNvPr id="2" name="文本框 1">
            <a:extLst>
              <a:ext uri="{FF2B5EF4-FFF2-40B4-BE49-F238E27FC236}">
                <a16:creationId xmlns:a16="http://schemas.microsoft.com/office/drawing/2014/main" id="{05663CEC-136F-8855-FAE4-FC68D416BD79}"/>
              </a:ext>
            </a:extLst>
          </p:cNvPr>
          <p:cNvSpPr txBox="1"/>
          <p:nvPr/>
        </p:nvSpPr>
        <p:spPr>
          <a:xfrm>
            <a:off x="968991" y="1405719"/>
            <a:ext cx="10324531" cy="4368375"/>
          </a:xfrm>
          <a:prstGeom prst="rect">
            <a:avLst/>
          </a:prstGeom>
          <a:noFill/>
        </p:spPr>
        <p:txBody>
          <a:bodyPr wrap="square" rtlCol="0">
            <a:spAutoFit/>
          </a:bodyPr>
          <a:lstStyle/>
          <a:p>
            <a:pPr>
              <a:lnSpc>
                <a:spcPct val="150000"/>
              </a:lnSpc>
            </a:pPr>
            <a:r>
              <a:rPr lang="en-US" altLang="zh-CN" dirty="0"/>
              <a:t>Plan Hint</a:t>
            </a:r>
            <a:r>
              <a:rPr lang="zh-CN" altLang="en-US" dirty="0"/>
              <a:t>是特殊</a:t>
            </a:r>
            <a:r>
              <a:rPr lang="en-US" altLang="zh-CN" dirty="0"/>
              <a:t>SQL</a:t>
            </a:r>
            <a:r>
              <a:rPr lang="zh-CN" altLang="en-US" dirty="0"/>
              <a:t>语法，可用于手工干预</a:t>
            </a:r>
            <a:r>
              <a:rPr lang="en-US" altLang="zh-CN" dirty="0"/>
              <a:t>SQL</a:t>
            </a:r>
            <a:r>
              <a:rPr lang="zh-CN" altLang="en-US" dirty="0"/>
              <a:t>执行计划的选择。在</a:t>
            </a:r>
            <a:r>
              <a:rPr lang="en-US" altLang="zh-CN" dirty="0"/>
              <a:t>SQL</a:t>
            </a:r>
            <a:r>
              <a:rPr lang="zh-CN" altLang="en-US" dirty="0"/>
              <a:t>中加入的</a:t>
            </a:r>
            <a:r>
              <a:rPr lang="en-US" altLang="zh-CN" dirty="0"/>
              <a:t>hint</a:t>
            </a:r>
            <a:r>
              <a:rPr lang="zh-CN" altLang="en-US" dirty="0"/>
              <a:t>语法，可以使</a:t>
            </a:r>
            <a:r>
              <a:rPr lang="en-US" altLang="zh-CN" dirty="0"/>
              <a:t>SQL</a:t>
            </a:r>
            <a:r>
              <a:rPr lang="zh-CN" altLang="en-US" dirty="0"/>
              <a:t>优化器选择待定执行计划。</a:t>
            </a:r>
            <a:endParaRPr lang="en-US" altLang="zh-CN" dirty="0"/>
          </a:p>
          <a:p>
            <a:pPr>
              <a:lnSpc>
                <a:spcPct val="150000"/>
              </a:lnSpc>
            </a:pPr>
            <a:r>
              <a:rPr lang="zh-CN" altLang="en-US" dirty="0"/>
              <a:t>使用场景：</a:t>
            </a:r>
            <a:endParaRPr lang="en-US" altLang="zh-CN" dirty="0"/>
          </a:p>
          <a:p>
            <a:pPr>
              <a:lnSpc>
                <a:spcPct val="150000"/>
              </a:lnSpc>
            </a:pPr>
            <a:r>
              <a:rPr lang="en-US" altLang="zh-CN" dirty="0"/>
              <a:t>Plan Hint</a:t>
            </a:r>
            <a:r>
              <a:rPr lang="zh-CN" altLang="en-US" dirty="0"/>
              <a:t>通常用于明确知道</a:t>
            </a:r>
            <a:r>
              <a:rPr lang="en-US" altLang="zh-CN" dirty="0"/>
              <a:t>SQL</a:t>
            </a:r>
            <a:r>
              <a:rPr lang="zh-CN" altLang="en-US" dirty="0"/>
              <a:t>的最优执行计划或者用于稳定</a:t>
            </a:r>
            <a:r>
              <a:rPr lang="en-US" altLang="zh-CN" dirty="0"/>
              <a:t>SQL</a:t>
            </a:r>
            <a:r>
              <a:rPr lang="zh-CN" altLang="en-US" dirty="0"/>
              <a:t>执行计划，达到性能调优效果。</a:t>
            </a:r>
            <a:endParaRPr lang="en-US" altLang="zh-CN" dirty="0"/>
          </a:p>
          <a:p>
            <a:pPr>
              <a:lnSpc>
                <a:spcPct val="150000"/>
              </a:lnSpc>
            </a:pPr>
            <a:endParaRPr lang="en-US" altLang="zh-CN" dirty="0"/>
          </a:p>
          <a:p>
            <a:pPr marL="285750" indent="-285750">
              <a:lnSpc>
                <a:spcPct val="150000"/>
              </a:lnSpc>
              <a:buFont typeface="Wingdings" panose="05000000000000000000" pitchFamily="2" charset="2"/>
              <a:buChar char="l"/>
            </a:pPr>
            <a:r>
              <a:rPr lang="zh-CN" altLang="en-US" b="1" dirty="0"/>
              <a:t>使用</a:t>
            </a:r>
            <a:r>
              <a:rPr lang="en-US" altLang="zh-CN" b="1" dirty="0"/>
              <a:t>Plan Hint</a:t>
            </a:r>
            <a:r>
              <a:rPr lang="zh-CN" altLang="en-US" b="1" dirty="0"/>
              <a:t>：</a:t>
            </a:r>
            <a:endParaRPr lang="en-US" altLang="zh-CN" b="1" dirty="0"/>
          </a:p>
          <a:p>
            <a:pPr>
              <a:lnSpc>
                <a:spcPct val="150000"/>
              </a:lnSpc>
            </a:pPr>
            <a:r>
              <a:rPr lang="en-US" altLang="zh-CN" dirty="0"/>
              <a:t># SELECT /*+ &lt;plan hint&gt; */ …;</a:t>
            </a:r>
          </a:p>
          <a:p>
            <a:pPr>
              <a:lnSpc>
                <a:spcPct val="150000"/>
              </a:lnSpc>
            </a:pPr>
            <a:r>
              <a:rPr lang="zh-CN" altLang="en-US" dirty="0"/>
              <a:t>多个</a:t>
            </a:r>
            <a:r>
              <a:rPr lang="en-US" altLang="zh-CN" dirty="0"/>
              <a:t>plan hint</a:t>
            </a:r>
          </a:p>
          <a:p>
            <a:pPr>
              <a:lnSpc>
                <a:spcPct val="150000"/>
              </a:lnSpc>
            </a:pPr>
            <a:r>
              <a:rPr lang="en-US" altLang="zh-CN" dirty="0"/>
              <a:t>SELECT /*+ &lt;plan hint&gt; &lt;plan hint&gt; */ …;</a:t>
            </a:r>
          </a:p>
          <a:p>
            <a:pPr>
              <a:lnSpc>
                <a:spcPct val="150000"/>
              </a:lnSpc>
            </a:pPr>
            <a:r>
              <a:rPr lang="zh-CN" altLang="en-US" dirty="0"/>
              <a:t>多层</a:t>
            </a:r>
            <a:r>
              <a:rPr lang="en-US" altLang="zh-CN" dirty="0"/>
              <a:t>plan hint</a:t>
            </a:r>
          </a:p>
          <a:p>
            <a:pPr>
              <a:lnSpc>
                <a:spcPct val="150000"/>
              </a:lnSpc>
            </a:pPr>
            <a:r>
              <a:rPr lang="en-US" altLang="zh-CN" dirty="0"/>
              <a:t>SELECT /*+ &lt;plan hint&gt; &lt;plan hint&gt; */ * from t1,(select /*+ &lt;plan hint&gt; */ * from t2) where 1=1;</a:t>
            </a:r>
          </a:p>
        </p:txBody>
      </p:sp>
    </p:spTree>
    <p:extLst>
      <p:ext uri="{BB962C8B-B14F-4D97-AF65-F5344CB8AC3E}">
        <p14:creationId xmlns:p14="http://schemas.microsoft.com/office/powerpoint/2010/main" val="404492510"/>
      </p:ext>
    </p:extLst>
  </p:cSld>
  <p:clrMapOvr>
    <a:masterClrMapping/>
  </p:clrMapOvr>
  <p:transition advClick="0" advTm="8000">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DB99A-7CEF-37B6-FEE5-2BEE9C7B262D}"/>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7E0F4385-2417-6F64-E2BE-1CCDC1C0C324}"/>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a:t>
            </a:r>
            <a:r>
              <a:rPr lang="en-US" altLang="zh-CN" sz="2800" kern="0" dirty="0">
                <a:solidFill>
                  <a:srgbClr val="C00000"/>
                </a:solidFill>
                <a:latin typeface="微软雅黑" panose="020B0503020204020204" pitchFamily="34" charset="-122"/>
                <a:ea typeface="微软雅黑" panose="020B0503020204020204" pitchFamily="34" charset="-122"/>
              </a:rPr>
              <a:t>Plan</a:t>
            </a:r>
            <a:r>
              <a:rPr lang="zh-CN" altLang="en-US" sz="2800" kern="0" dirty="0">
                <a:solidFill>
                  <a:srgbClr val="C00000"/>
                </a:solidFill>
                <a:latin typeface="微软雅黑" panose="020B0503020204020204" pitchFamily="34" charset="-122"/>
                <a:ea typeface="微软雅黑" panose="020B0503020204020204" pitchFamily="34" charset="-122"/>
              </a:rPr>
              <a:t> </a:t>
            </a:r>
            <a:r>
              <a:rPr lang="en-US" altLang="zh-CN" sz="2800" kern="0" dirty="0">
                <a:solidFill>
                  <a:srgbClr val="C00000"/>
                </a:solidFill>
                <a:latin typeface="微软雅黑" panose="020B0503020204020204" pitchFamily="34" charset="-122"/>
                <a:ea typeface="微软雅黑" panose="020B0503020204020204" pitchFamily="34" charset="-122"/>
              </a:rPr>
              <a:t>Hint</a:t>
            </a:r>
            <a:r>
              <a:rPr lang="zh-CN" altLang="en-US" sz="2800" kern="0" dirty="0">
                <a:solidFill>
                  <a:srgbClr val="C00000"/>
                </a:solidFill>
                <a:latin typeface="微软雅黑" panose="020B0503020204020204" pitchFamily="34" charset="-122"/>
                <a:ea typeface="微软雅黑" panose="020B0503020204020204" pitchFamily="34" charset="-122"/>
              </a:rPr>
              <a:t>）</a:t>
            </a:r>
          </a:p>
        </p:txBody>
      </p:sp>
      <p:sp>
        <p:nvSpPr>
          <p:cNvPr id="2" name="文本框 1">
            <a:extLst>
              <a:ext uri="{FF2B5EF4-FFF2-40B4-BE49-F238E27FC236}">
                <a16:creationId xmlns:a16="http://schemas.microsoft.com/office/drawing/2014/main" id="{A871B97F-1CB4-FCC6-05D5-62A8A202CD9C}"/>
              </a:ext>
            </a:extLst>
          </p:cNvPr>
          <p:cNvSpPr txBox="1"/>
          <p:nvPr/>
        </p:nvSpPr>
        <p:spPr>
          <a:xfrm>
            <a:off x="968991" y="1405719"/>
            <a:ext cx="10324531" cy="5151667"/>
          </a:xfrm>
          <a:prstGeom prst="rect">
            <a:avLst/>
          </a:prstGeom>
          <a:noFill/>
        </p:spPr>
        <p:txBody>
          <a:bodyPr wrap="square" rtlCol="0">
            <a:spAutoFit/>
          </a:bodyPr>
          <a:lstStyle/>
          <a:p>
            <a:pPr>
              <a:lnSpc>
                <a:spcPct val="150000"/>
              </a:lnSpc>
            </a:pPr>
            <a:r>
              <a:rPr lang="zh-CN" altLang="en-US" b="1" dirty="0"/>
              <a:t>常用的</a:t>
            </a:r>
            <a:r>
              <a:rPr lang="en-US" altLang="zh-CN" b="1" dirty="0"/>
              <a:t>Plan Hint </a:t>
            </a:r>
            <a:r>
              <a:rPr lang="zh-CN" altLang="en-US" b="1" dirty="0"/>
              <a:t>类型</a:t>
            </a:r>
            <a:endParaRPr lang="en-US" altLang="zh-CN" b="1" dirty="0"/>
          </a:p>
          <a:p>
            <a:pPr>
              <a:lnSpc>
                <a:spcPct val="150000"/>
              </a:lnSpc>
            </a:pPr>
            <a:r>
              <a:rPr lang="en-US" altLang="zh-CN" dirty="0"/>
              <a:t>1</a:t>
            </a:r>
            <a:r>
              <a:rPr lang="zh-CN" altLang="en-US" dirty="0"/>
              <a:t>、</a:t>
            </a:r>
            <a:r>
              <a:rPr lang="en-US" altLang="zh-CN" dirty="0"/>
              <a:t>Scan Hint</a:t>
            </a:r>
            <a:r>
              <a:rPr lang="zh-CN" altLang="en-US" dirty="0"/>
              <a:t>：指定或者禁用表的扫描方式，语法：</a:t>
            </a:r>
            <a:r>
              <a:rPr lang="en-US" altLang="zh-CN" dirty="0"/>
              <a:t>[no] </a:t>
            </a:r>
            <a:r>
              <a:rPr lang="en-US" altLang="zh-CN" dirty="0" err="1"/>
              <a:t>tablescan</a:t>
            </a:r>
            <a:r>
              <a:rPr lang="en-US" altLang="zh-CN" dirty="0"/>
              <a:t>/</a:t>
            </a:r>
            <a:r>
              <a:rPr lang="en-US" altLang="zh-CN" dirty="0" err="1"/>
              <a:t>indexscan</a:t>
            </a:r>
            <a:r>
              <a:rPr lang="en-US" altLang="zh-CN" dirty="0"/>
              <a:t>/</a:t>
            </a:r>
            <a:r>
              <a:rPr lang="en-US" altLang="zh-CN" dirty="0" err="1"/>
              <a:t>indexonlyscan</a:t>
            </a: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en-US" altLang="zh-CN" dirty="0"/>
              <a:t>2</a:t>
            </a:r>
            <a:r>
              <a:rPr lang="zh-CN" altLang="en-US" dirty="0"/>
              <a:t>、</a:t>
            </a:r>
            <a:r>
              <a:rPr lang="en-US" altLang="zh-CN" dirty="0"/>
              <a:t>Join Hint</a:t>
            </a:r>
            <a:r>
              <a:rPr lang="zh-CN" altLang="en-US" dirty="0"/>
              <a:t>：指定两表之间的连接方式，语法：</a:t>
            </a:r>
            <a:r>
              <a:rPr lang="en-US" altLang="zh-CN" dirty="0"/>
              <a:t>[no] </a:t>
            </a:r>
            <a:r>
              <a:rPr lang="en-US" altLang="zh-CN" dirty="0" err="1"/>
              <a:t>nestloop</a:t>
            </a:r>
            <a:r>
              <a:rPr lang="en-US" altLang="zh-CN" dirty="0"/>
              <a:t>/</a:t>
            </a:r>
            <a:r>
              <a:rPr lang="en-US" altLang="zh-CN" dirty="0" err="1"/>
              <a:t>hashjoin</a:t>
            </a:r>
            <a:r>
              <a:rPr lang="en-US" altLang="zh-CN" dirty="0"/>
              <a:t>/</a:t>
            </a:r>
            <a:r>
              <a:rPr lang="en-US" altLang="zh-CN" dirty="0" err="1"/>
              <a:t>mergejoin</a:t>
            </a:r>
            <a:r>
              <a:rPr lang="en-US" altLang="zh-CN" dirty="0"/>
              <a:t>(table1 table2)</a:t>
            </a:r>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en-US" altLang="zh-CN" dirty="0"/>
              <a:t>3</a:t>
            </a:r>
            <a:r>
              <a:rPr lang="zh-CN" altLang="en-US" dirty="0"/>
              <a:t>、</a:t>
            </a:r>
            <a:r>
              <a:rPr lang="en-US" altLang="zh-CN" dirty="0"/>
              <a:t>Leading Hint</a:t>
            </a:r>
            <a:r>
              <a:rPr lang="zh-CN" altLang="en-US" dirty="0"/>
              <a:t>：指定两表之间的连接顺序，语法</a:t>
            </a:r>
            <a:r>
              <a:rPr lang="en-US" altLang="zh-CN" dirty="0"/>
              <a:t>leading((</a:t>
            </a:r>
            <a:r>
              <a:rPr lang="en-US" altLang="zh-CN" dirty="0" err="1"/>
              <a:t>join_table_list</a:t>
            </a:r>
            <a:r>
              <a:rPr lang="en-US" altLang="zh-CN" dirty="0"/>
              <a:t>))</a:t>
            </a:r>
            <a:endParaRPr lang="zh-CN" altLang="en-US" dirty="0"/>
          </a:p>
        </p:txBody>
      </p:sp>
      <p:pic>
        <p:nvPicPr>
          <p:cNvPr id="5" name="图片 4">
            <a:extLst>
              <a:ext uri="{FF2B5EF4-FFF2-40B4-BE49-F238E27FC236}">
                <a16:creationId xmlns:a16="http://schemas.microsoft.com/office/drawing/2014/main" id="{258C8FC7-4839-8DAD-1DF5-FA31E9CABCF8}"/>
              </a:ext>
            </a:extLst>
          </p:cNvPr>
          <p:cNvPicPr>
            <a:picLocks noChangeAspect="1"/>
          </p:cNvPicPr>
          <p:nvPr/>
        </p:nvPicPr>
        <p:blipFill>
          <a:blip r:embed="rId2"/>
          <a:stretch>
            <a:fillRect/>
          </a:stretch>
        </p:blipFill>
        <p:spPr>
          <a:xfrm>
            <a:off x="1153235" y="2238210"/>
            <a:ext cx="8748215" cy="1471382"/>
          </a:xfrm>
          <a:prstGeom prst="rect">
            <a:avLst/>
          </a:prstGeom>
        </p:spPr>
      </p:pic>
      <p:pic>
        <p:nvPicPr>
          <p:cNvPr id="7" name="图片 6">
            <a:extLst>
              <a:ext uri="{FF2B5EF4-FFF2-40B4-BE49-F238E27FC236}">
                <a16:creationId xmlns:a16="http://schemas.microsoft.com/office/drawing/2014/main" id="{DF13123C-4221-70FB-A152-F66DD8DEA8F3}"/>
              </a:ext>
            </a:extLst>
          </p:cNvPr>
          <p:cNvPicPr>
            <a:picLocks noChangeAspect="1"/>
          </p:cNvPicPr>
          <p:nvPr/>
        </p:nvPicPr>
        <p:blipFill>
          <a:blip r:embed="rId3"/>
          <a:stretch>
            <a:fillRect/>
          </a:stretch>
        </p:blipFill>
        <p:spPr>
          <a:xfrm>
            <a:off x="1222476" y="4192210"/>
            <a:ext cx="8311487" cy="1882557"/>
          </a:xfrm>
          <a:prstGeom prst="rect">
            <a:avLst/>
          </a:prstGeom>
        </p:spPr>
      </p:pic>
    </p:spTree>
    <p:extLst>
      <p:ext uri="{BB962C8B-B14F-4D97-AF65-F5344CB8AC3E}">
        <p14:creationId xmlns:p14="http://schemas.microsoft.com/office/powerpoint/2010/main" val="886026414"/>
      </p:ext>
    </p:extLst>
  </p:cSld>
  <p:clrMapOvr>
    <a:masterClrMapping/>
  </p:clrMapOvr>
  <p:transition advClick="0" advTm="8000">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FB552-8940-4E2C-4AA9-A44E3EE817E2}"/>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6194B9FD-8296-B1C5-E441-4B7A7B28FA2E}"/>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a:t>
            </a:r>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 </a:t>
            </a:r>
            <a:r>
              <a:rPr lang="en-US" altLang="zh-CN" sz="2800" kern="0" dirty="0">
                <a:solidFill>
                  <a:srgbClr val="C00000"/>
                </a:solidFill>
                <a:latin typeface="微软雅黑" panose="020B0503020204020204" pitchFamily="34" charset="-122"/>
                <a:ea typeface="微软雅黑" panose="020B0503020204020204" pitchFamily="34" charset="-122"/>
              </a:rPr>
              <a:t>Patch</a:t>
            </a:r>
            <a:r>
              <a:rPr lang="zh-CN" altLang="en-US" sz="2800" kern="0" dirty="0">
                <a:solidFill>
                  <a:srgbClr val="C00000"/>
                </a:solidFill>
                <a:latin typeface="微软雅黑" panose="020B0503020204020204" pitchFamily="34" charset="-122"/>
                <a:ea typeface="微软雅黑" panose="020B0503020204020204" pitchFamily="34" charset="-122"/>
              </a:rPr>
              <a:t>）</a:t>
            </a:r>
          </a:p>
        </p:txBody>
      </p:sp>
      <p:sp>
        <p:nvSpPr>
          <p:cNvPr id="2" name="文本框 1">
            <a:extLst>
              <a:ext uri="{FF2B5EF4-FFF2-40B4-BE49-F238E27FC236}">
                <a16:creationId xmlns:a16="http://schemas.microsoft.com/office/drawing/2014/main" id="{D021F4E6-6D50-08E0-1CDF-39E2E2232847}"/>
              </a:ext>
            </a:extLst>
          </p:cNvPr>
          <p:cNvSpPr txBox="1"/>
          <p:nvPr/>
        </p:nvSpPr>
        <p:spPr>
          <a:xfrm>
            <a:off x="968991" y="1405719"/>
            <a:ext cx="11880376" cy="5176289"/>
          </a:xfrm>
          <a:prstGeom prst="rect">
            <a:avLst/>
          </a:prstGeom>
          <a:noFill/>
        </p:spPr>
        <p:txBody>
          <a:bodyPr wrap="square" rtlCol="0">
            <a:spAutoFit/>
          </a:bodyPr>
          <a:lstStyle/>
          <a:p>
            <a:pPr>
              <a:lnSpc>
                <a:spcPct val="150000"/>
              </a:lnSpc>
            </a:pPr>
            <a:r>
              <a:rPr lang="zh-CN" altLang="en-US" b="1" dirty="0"/>
              <a:t>简介</a:t>
            </a:r>
            <a:endParaRPr lang="en-US" altLang="zh-CN" b="1" dirty="0"/>
          </a:p>
          <a:p>
            <a:pPr marL="717550" lvl="1" indent="-285750">
              <a:lnSpc>
                <a:spcPct val="150000"/>
              </a:lnSpc>
              <a:buFont typeface="Wingdings" panose="05000000000000000000" pitchFamily="2" charset="2"/>
              <a:buChar char="l"/>
            </a:pPr>
            <a:r>
              <a:rPr lang="zh-CN" altLang="en-US" dirty="0"/>
              <a:t>在发现查询语句的执行计划、执行方式未达预期的场景下，可以通过创建查询补丁的方式，使用</a:t>
            </a:r>
            <a:r>
              <a:rPr lang="en-US" altLang="zh-CN" dirty="0"/>
              <a:t>Hint</a:t>
            </a:r>
            <a:r>
              <a:rPr lang="zh-CN" altLang="en-US" dirty="0"/>
              <a:t>对查询计划进行调优或对特定的语句进行报错处理。</a:t>
            </a:r>
            <a:endParaRPr lang="en-US" altLang="zh-CN" dirty="0"/>
          </a:p>
          <a:p>
            <a:pPr marL="717550" lvl="1" indent="-285750">
              <a:lnSpc>
                <a:spcPct val="150000"/>
              </a:lnSpc>
              <a:buFont typeface="Wingdings" panose="05000000000000000000" pitchFamily="2" charset="2"/>
              <a:buChar char="l"/>
            </a:pPr>
            <a:r>
              <a:rPr lang="en-US" altLang="zh-CN" sz="1800" dirty="0"/>
              <a:t>SQL Patch</a:t>
            </a:r>
            <a:r>
              <a:rPr lang="zh-CN" altLang="en-US" sz="1800" dirty="0"/>
              <a:t>能够在避免直接修改用户的语句的前提下对查询执行的方式做一定的调整。</a:t>
            </a:r>
            <a:endParaRPr lang="en-US" altLang="zh-CN" sz="1800" dirty="0"/>
          </a:p>
          <a:p>
            <a:pPr>
              <a:lnSpc>
                <a:spcPct val="150000"/>
              </a:lnSpc>
            </a:pPr>
            <a:endParaRPr lang="en-US" altLang="zh-CN" dirty="0"/>
          </a:p>
          <a:p>
            <a:pPr>
              <a:lnSpc>
                <a:spcPct val="150000"/>
              </a:lnSpc>
            </a:pPr>
            <a:r>
              <a:rPr lang="zh-CN" altLang="en-US" b="1" dirty="0"/>
              <a:t>使用前提</a:t>
            </a:r>
            <a:endParaRPr lang="en-US" altLang="zh-CN" b="1" dirty="0"/>
          </a:p>
          <a:p>
            <a:pPr marL="717550" lvl="1" indent="-285750">
              <a:lnSpc>
                <a:spcPct val="150000"/>
              </a:lnSpc>
              <a:buFont typeface="Wingdings" panose="05000000000000000000" pitchFamily="2" charset="2"/>
              <a:buChar char="l"/>
            </a:pPr>
            <a:r>
              <a:rPr lang="en-US" altLang="zh-CN" dirty="0" err="1"/>
              <a:t>Sql</a:t>
            </a:r>
            <a:r>
              <a:rPr lang="en-US" altLang="zh-CN" dirty="0"/>
              <a:t> Patch</a:t>
            </a:r>
            <a:r>
              <a:rPr lang="zh-CN" altLang="en-US" dirty="0"/>
              <a:t>的实现基于</a:t>
            </a:r>
            <a:r>
              <a:rPr lang="en-US" altLang="zh-CN" dirty="0"/>
              <a:t>Unique SQL ID</a:t>
            </a:r>
            <a:r>
              <a:rPr lang="zh-CN" altLang="en-US" dirty="0"/>
              <a:t>，所以需要打开相关的运维参数才可以生效（</a:t>
            </a:r>
            <a:r>
              <a:rPr lang="en-US" altLang="zh-CN" dirty="0" err="1"/>
              <a:t>enable_resource_track</a:t>
            </a:r>
            <a:r>
              <a:rPr lang="en-US" altLang="zh-CN" dirty="0"/>
              <a:t> = </a:t>
            </a:r>
            <a:r>
              <a:rPr lang="en-US" altLang="zh-CN" dirty="0" err="1"/>
              <a:t>on,instr_unique_sql_count</a:t>
            </a:r>
            <a:r>
              <a:rPr lang="en-US" altLang="zh-CN" dirty="0"/>
              <a:t>&gt;0</a:t>
            </a:r>
            <a:r>
              <a:rPr lang="zh-CN" altLang="en-US" dirty="0"/>
              <a:t>）。</a:t>
            </a:r>
            <a:endParaRPr lang="en-US" altLang="zh-CN" dirty="0"/>
          </a:p>
          <a:p>
            <a:pPr marL="717550" lvl="1" indent="-285750">
              <a:lnSpc>
                <a:spcPct val="150000"/>
              </a:lnSpc>
              <a:buFont typeface="Wingdings" panose="05000000000000000000" pitchFamily="2" charset="2"/>
              <a:buChar char="l"/>
            </a:pPr>
            <a:r>
              <a:rPr lang="en-US" altLang="zh-CN" dirty="0"/>
              <a:t>Unique SQL ID</a:t>
            </a:r>
            <a:r>
              <a:rPr lang="zh-CN" altLang="en-US" dirty="0"/>
              <a:t>在</a:t>
            </a:r>
            <a:r>
              <a:rPr lang="en-US" altLang="zh-CN" dirty="0"/>
              <a:t>WDR</a:t>
            </a:r>
            <a:r>
              <a:rPr lang="zh-CN" altLang="en-US" dirty="0"/>
              <a:t>和慢</a:t>
            </a:r>
            <a:r>
              <a:rPr lang="en-US" altLang="zh-CN" dirty="0"/>
              <a:t>SQL</a:t>
            </a:r>
            <a:r>
              <a:rPr lang="zh-CN" altLang="en-US" dirty="0"/>
              <a:t>视图中都可以获取到，在创建</a:t>
            </a:r>
            <a:r>
              <a:rPr lang="en-US" altLang="zh-CN" dirty="0"/>
              <a:t>SQL Patch</a:t>
            </a:r>
            <a:r>
              <a:rPr lang="zh-CN" altLang="en-US" dirty="0"/>
              <a:t>时需要指定</a:t>
            </a:r>
            <a:r>
              <a:rPr lang="en-US" altLang="zh-CN" dirty="0"/>
              <a:t>Unique SQL ID</a:t>
            </a:r>
            <a:r>
              <a:rPr lang="zh-CN" altLang="en-US" dirty="0"/>
              <a:t>。</a:t>
            </a:r>
            <a:endParaRPr lang="en-US" altLang="zh-CN" dirty="0"/>
          </a:p>
          <a:p>
            <a:pPr marL="717550" lvl="1" indent="-285750">
              <a:lnSpc>
                <a:spcPct val="150000"/>
              </a:lnSpc>
              <a:buFont typeface="Wingdings" panose="05000000000000000000" pitchFamily="2" charset="2"/>
              <a:buChar char="l"/>
            </a:pPr>
            <a:r>
              <a:rPr lang="zh-CN" altLang="en-US" dirty="0"/>
              <a:t>对于存储过程内的</a:t>
            </a:r>
            <a:r>
              <a:rPr lang="en-US" altLang="zh-CN" dirty="0"/>
              <a:t>SQL</a:t>
            </a:r>
            <a:r>
              <a:rPr lang="zh-CN" altLang="en-US" dirty="0"/>
              <a:t>则需要设置参数</a:t>
            </a:r>
            <a:r>
              <a:rPr lang="en-US" altLang="zh-CN" dirty="0" err="1"/>
              <a:t>instr_unique_sql_track_type</a:t>
            </a:r>
            <a:r>
              <a:rPr lang="en-US" altLang="zh-CN" dirty="0"/>
              <a:t>=‘all’</a:t>
            </a:r>
            <a:r>
              <a:rPr lang="zh-CN" altLang="en-US" dirty="0"/>
              <a:t>后在</a:t>
            </a:r>
            <a:r>
              <a:rPr lang="en-US" altLang="zh-CN" dirty="0" err="1"/>
              <a:t>dbe_perf.statement_history</a:t>
            </a:r>
            <a:r>
              <a:rPr lang="zh-CN" altLang="en-US" dirty="0"/>
              <a:t>视图中查询</a:t>
            </a:r>
            <a:r>
              <a:rPr lang="en-US" altLang="zh-CN" dirty="0"/>
              <a:t>Unique SQL ID</a:t>
            </a:r>
            <a:r>
              <a:rPr lang="zh-CN" altLang="en-US" dirty="0"/>
              <a:t>。</a:t>
            </a:r>
            <a:endParaRPr lang="en-US" altLang="zh-CN" dirty="0"/>
          </a:p>
          <a:p>
            <a:pPr marL="717550" lvl="1" indent="-285750">
              <a:lnSpc>
                <a:spcPct val="150000"/>
              </a:lnSpc>
              <a:buFont typeface="Wingdings" panose="05000000000000000000" pitchFamily="2" charset="2"/>
              <a:buChar char="l"/>
            </a:pPr>
            <a:endParaRPr lang="en-US" altLang="zh-CN" dirty="0"/>
          </a:p>
          <a:p>
            <a:pPr lvl="1">
              <a:lnSpc>
                <a:spcPct val="150000"/>
              </a:lnSpc>
            </a:pPr>
            <a:r>
              <a:rPr lang="zh-CN" altLang="en-US" dirty="0"/>
              <a:t>注意：分布式集群需要在不同的</a:t>
            </a:r>
            <a:r>
              <a:rPr lang="en-US" altLang="zh-CN" dirty="0" err="1"/>
              <a:t>cn</a:t>
            </a:r>
            <a:r>
              <a:rPr lang="zh-CN" altLang="en-US" dirty="0"/>
              <a:t>上分别执行创建</a:t>
            </a:r>
            <a:r>
              <a:rPr lang="en-US" altLang="zh-CN" dirty="0" err="1"/>
              <a:t>sql</a:t>
            </a:r>
            <a:r>
              <a:rPr lang="en-US" altLang="zh-CN" dirty="0"/>
              <a:t> patch</a:t>
            </a:r>
            <a:r>
              <a:rPr lang="zh-CN" altLang="en-US" dirty="0"/>
              <a:t>，每个</a:t>
            </a:r>
            <a:r>
              <a:rPr lang="en-US" altLang="zh-CN" dirty="0" err="1"/>
              <a:t>cn</a:t>
            </a:r>
            <a:r>
              <a:rPr lang="zh-CN" altLang="en-US" dirty="0"/>
              <a:t>的</a:t>
            </a:r>
            <a:r>
              <a:rPr lang="en-US" altLang="zh-CN" dirty="0" err="1"/>
              <a:t>sql</a:t>
            </a:r>
            <a:r>
              <a:rPr lang="zh-CN" altLang="en-US" dirty="0"/>
              <a:t>语句的</a:t>
            </a:r>
            <a:r>
              <a:rPr lang="en-US" altLang="zh-CN" dirty="0"/>
              <a:t>unique </a:t>
            </a:r>
            <a:r>
              <a:rPr lang="en-US" altLang="zh-CN" dirty="0" err="1"/>
              <a:t>sql</a:t>
            </a:r>
            <a:r>
              <a:rPr lang="en-US" altLang="zh-CN" dirty="0"/>
              <a:t> id</a:t>
            </a:r>
            <a:r>
              <a:rPr lang="zh-CN" altLang="en-US" dirty="0"/>
              <a:t>不一样。</a:t>
            </a:r>
            <a:endParaRPr lang="en-US" altLang="zh-CN" dirty="0"/>
          </a:p>
        </p:txBody>
      </p:sp>
    </p:spTree>
    <p:extLst>
      <p:ext uri="{BB962C8B-B14F-4D97-AF65-F5344CB8AC3E}">
        <p14:creationId xmlns:p14="http://schemas.microsoft.com/office/powerpoint/2010/main" val="1276858677"/>
      </p:ext>
    </p:extLst>
  </p:cSld>
  <p:clrMapOvr>
    <a:masterClrMapping/>
  </p:clrMapOvr>
  <p:transition advClick="0" advTm="8000">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FE095-0CCB-2FE9-7549-362A77F8F298}"/>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DF8DDC1D-1BBE-D682-FE96-8C3F93F80C4B}"/>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优化器（</a:t>
            </a:r>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 </a:t>
            </a:r>
            <a:r>
              <a:rPr lang="en-US" altLang="zh-CN" sz="2800" kern="0" dirty="0">
                <a:solidFill>
                  <a:srgbClr val="C00000"/>
                </a:solidFill>
                <a:latin typeface="微软雅黑" panose="020B0503020204020204" pitchFamily="34" charset="-122"/>
                <a:ea typeface="微软雅黑" panose="020B0503020204020204" pitchFamily="34" charset="-122"/>
              </a:rPr>
              <a:t>Patch</a:t>
            </a:r>
            <a:r>
              <a:rPr lang="zh-CN" altLang="en-US" sz="2800" kern="0" dirty="0">
                <a:solidFill>
                  <a:srgbClr val="C00000"/>
                </a:solidFill>
                <a:latin typeface="微软雅黑" panose="020B0503020204020204" pitchFamily="34" charset="-122"/>
                <a:ea typeface="微软雅黑" panose="020B0503020204020204" pitchFamily="34" charset="-122"/>
              </a:rPr>
              <a:t>）</a:t>
            </a:r>
          </a:p>
        </p:txBody>
      </p:sp>
      <p:sp>
        <p:nvSpPr>
          <p:cNvPr id="2" name="文本框 1">
            <a:extLst>
              <a:ext uri="{FF2B5EF4-FFF2-40B4-BE49-F238E27FC236}">
                <a16:creationId xmlns:a16="http://schemas.microsoft.com/office/drawing/2014/main" id="{CB1FF0A5-6D31-1DFE-1B81-20AF928A22C6}"/>
              </a:ext>
            </a:extLst>
          </p:cNvPr>
          <p:cNvSpPr txBox="1"/>
          <p:nvPr/>
        </p:nvSpPr>
        <p:spPr>
          <a:xfrm>
            <a:off x="968991" y="1405719"/>
            <a:ext cx="5220269" cy="5412957"/>
          </a:xfrm>
          <a:prstGeom prst="rect">
            <a:avLst/>
          </a:prstGeom>
          <a:noFill/>
        </p:spPr>
        <p:txBody>
          <a:bodyPr wrap="square" rtlCol="0">
            <a:spAutoFit/>
          </a:bodyPr>
          <a:lstStyle/>
          <a:p>
            <a:pPr>
              <a:lnSpc>
                <a:spcPct val="150000"/>
              </a:lnSpc>
            </a:pPr>
            <a:r>
              <a:rPr lang="en-US" altLang="zh-CN" b="1" dirty="0"/>
              <a:t>SQL Patch</a:t>
            </a:r>
            <a:r>
              <a:rPr lang="zh-CN" altLang="en-US" b="1" dirty="0"/>
              <a:t>使用</a:t>
            </a:r>
            <a:endParaRPr lang="en-US" altLang="zh-CN" b="1" dirty="0"/>
          </a:p>
          <a:p>
            <a:pPr>
              <a:lnSpc>
                <a:spcPct val="150000"/>
              </a:lnSpc>
            </a:pPr>
            <a:r>
              <a:rPr lang="zh-CN" altLang="en-US" b="1" dirty="0"/>
              <a:t>创建</a:t>
            </a:r>
            <a:r>
              <a:rPr lang="en-US" altLang="zh-CN" b="1" dirty="0"/>
              <a:t>SQL Patch</a:t>
            </a:r>
          </a:p>
          <a:p>
            <a:pPr lvl="1">
              <a:lnSpc>
                <a:spcPct val="150000"/>
              </a:lnSpc>
            </a:pPr>
            <a:r>
              <a:rPr lang="en-US" altLang="zh-CN" b="1" dirty="0" err="1">
                <a:hlinkClick r:id="rId2" action="ppaction://hlinkfile">
                  <a:extLst>
                    <a:ext uri="{A12FA001-AC4F-418D-AE19-62706E023703}">
                      <ahyp:hlinkClr xmlns:ahyp="http://schemas.microsoft.com/office/drawing/2018/hyperlinkcolor" val="tx"/>
                    </a:ext>
                  </a:extLst>
                </a:hlinkClick>
              </a:rPr>
              <a:t>DBE_SQL_UTIL.create_hint_sql_patch</a:t>
            </a:r>
            <a:endParaRPr lang="en-US" altLang="zh-CN" b="1" dirty="0"/>
          </a:p>
          <a:p>
            <a:pPr lvl="1">
              <a:lnSpc>
                <a:spcPct val="150000"/>
              </a:lnSpc>
            </a:pPr>
            <a:r>
              <a:rPr lang="en-US" altLang="zh-CN" b="1" dirty="0" err="1"/>
              <a:t>DBE_SQL_UTIL.create_remote_hint_sql_patch</a:t>
            </a:r>
            <a:endParaRPr lang="en-US" altLang="zh-CN" b="1" dirty="0"/>
          </a:p>
          <a:p>
            <a:pPr>
              <a:lnSpc>
                <a:spcPct val="150000"/>
              </a:lnSpc>
            </a:pPr>
            <a:r>
              <a:rPr lang="zh-CN" altLang="en-US" b="1" dirty="0"/>
              <a:t>删除</a:t>
            </a:r>
            <a:r>
              <a:rPr lang="en-US" altLang="zh-CN" b="1" dirty="0"/>
              <a:t>SQL Patch</a:t>
            </a:r>
          </a:p>
          <a:p>
            <a:pPr lvl="1">
              <a:lnSpc>
                <a:spcPct val="150000"/>
              </a:lnSpc>
            </a:pPr>
            <a:r>
              <a:rPr lang="en-US" altLang="zh-CN" b="1" dirty="0" err="1">
                <a:hlinkClick r:id="rId3" action="ppaction://hlinkfile">
                  <a:extLst>
                    <a:ext uri="{A12FA001-AC4F-418D-AE19-62706E023703}">
                      <ahyp:hlinkClr xmlns:ahyp="http://schemas.microsoft.com/office/drawing/2018/hyperlinkcolor" val="tx"/>
                    </a:ext>
                  </a:extLst>
                </a:hlinkClick>
              </a:rPr>
              <a:t>DBE_SQL_UTIL.drop_sql</a:t>
            </a:r>
            <a:r>
              <a:rPr lang="en-US" altLang="zh-CN" b="1" dirty="0" err="1">
                <a:solidFill>
                  <a:srgbClr val="FF9900"/>
                </a:solidFill>
                <a:hlinkClick r:id="rId3" action="ppaction://hlinkfile">
                  <a:extLst>
                    <a:ext uri="{A12FA001-AC4F-418D-AE19-62706E023703}">
                      <ahyp:hlinkClr xmlns:ahyp="http://schemas.microsoft.com/office/drawing/2018/hyperlinkcolor" val="tx"/>
                    </a:ext>
                  </a:extLst>
                </a:hlinkClick>
              </a:rPr>
              <a:t>_</a:t>
            </a:r>
            <a:r>
              <a:rPr lang="en-US" altLang="zh-CN" b="1" dirty="0" err="1">
                <a:hlinkClick r:id="rId3" action="ppaction://hlinkfile">
                  <a:extLst>
                    <a:ext uri="{A12FA001-AC4F-418D-AE19-62706E023703}">
                      <ahyp:hlinkClr xmlns:ahyp="http://schemas.microsoft.com/office/drawing/2018/hyperlinkcolor" val="tx"/>
                    </a:ext>
                  </a:extLst>
                </a:hlinkClick>
              </a:rPr>
              <a:t>patch</a:t>
            </a:r>
            <a:endParaRPr lang="en-US" altLang="zh-CN" b="1" dirty="0"/>
          </a:p>
          <a:p>
            <a:pPr lvl="1">
              <a:lnSpc>
                <a:spcPct val="150000"/>
              </a:lnSpc>
            </a:pPr>
            <a:r>
              <a:rPr lang="en-US" altLang="zh-CN" b="1" dirty="0" err="1">
                <a:hlinkClick r:id="rId4" action="ppaction://hlinkfile">
                  <a:extLst>
                    <a:ext uri="{A12FA001-AC4F-418D-AE19-62706E023703}">
                      <ahyp:hlinkClr xmlns:ahyp="http://schemas.microsoft.com/office/drawing/2018/hyperlinkcolor" val="tx"/>
                    </a:ext>
                  </a:extLst>
                </a:hlinkClick>
              </a:rPr>
              <a:t>DBE_SQL_UTIL.drop_remote_sql_patch</a:t>
            </a:r>
            <a:endParaRPr lang="en-US" altLang="zh-CN" b="1" dirty="0"/>
          </a:p>
          <a:p>
            <a:pPr>
              <a:lnSpc>
                <a:spcPct val="150000"/>
              </a:lnSpc>
            </a:pPr>
            <a:r>
              <a:rPr lang="zh-CN" altLang="en-US" b="1" dirty="0"/>
              <a:t>查看</a:t>
            </a:r>
            <a:r>
              <a:rPr lang="en-US" altLang="zh-CN" b="1" dirty="0"/>
              <a:t>SQL patch</a:t>
            </a:r>
          </a:p>
          <a:p>
            <a:pPr lvl="1">
              <a:lnSpc>
                <a:spcPct val="150000"/>
              </a:lnSpc>
            </a:pPr>
            <a:r>
              <a:rPr lang="en-US" altLang="zh-CN" b="1" dirty="0" err="1">
                <a:hlinkClick r:id="rId5" action="ppaction://hlinkfile">
                  <a:extLst>
                    <a:ext uri="{A12FA001-AC4F-418D-AE19-62706E023703}">
                      <ahyp:hlinkClr xmlns:ahyp="http://schemas.microsoft.com/office/drawing/2018/hyperlinkcolor" val="tx"/>
                    </a:ext>
                  </a:extLst>
                </a:hlinkClick>
              </a:rPr>
              <a:t>DBE_SQL_UTIL.show_sql_patch</a:t>
            </a:r>
            <a:endParaRPr lang="en-US" altLang="zh-CN" b="1" dirty="0"/>
          </a:p>
          <a:p>
            <a:pPr>
              <a:lnSpc>
                <a:spcPct val="150000"/>
              </a:lnSpc>
            </a:pPr>
            <a:r>
              <a:rPr lang="zh-CN" altLang="en-US" b="1" dirty="0"/>
              <a:t>失效</a:t>
            </a:r>
            <a:r>
              <a:rPr lang="en-US" altLang="zh-CN" b="1" dirty="0"/>
              <a:t>SQL patch</a:t>
            </a:r>
          </a:p>
          <a:p>
            <a:pPr lvl="1">
              <a:lnSpc>
                <a:spcPct val="150000"/>
              </a:lnSpc>
            </a:pPr>
            <a:r>
              <a:rPr lang="en-US" altLang="zh-CN" b="1" dirty="0" err="1">
                <a:hlinkClick r:id="rId6" action="ppaction://hlinkfile">
                  <a:extLst>
                    <a:ext uri="{A12FA001-AC4F-418D-AE19-62706E023703}">
                      <ahyp:hlinkClr xmlns:ahyp="http://schemas.microsoft.com/office/drawing/2018/hyperlinkcolor" val="tx"/>
                    </a:ext>
                  </a:extLst>
                </a:hlinkClick>
              </a:rPr>
              <a:t>DBE_SQL_UTIL.disable_sql_patch</a:t>
            </a:r>
            <a:endParaRPr lang="en-US" altLang="zh-CN" b="1" dirty="0"/>
          </a:p>
          <a:p>
            <a:pPr lvl="1">
              <a:lnSpc>
                <a:spcPct val="150000"/>
              </a:lnSpc>
            </a:pPr>
            <a:r>
              <a:rPr lang="en-US" altLang="zh-CN" b="1" dirty="0" err="1">
                <a:hlinkClick r:id="rId7" action="ppaction://hlinkfile">
                  <a:extLst>
                    <a:ext uri="{A12FA001-AC4F-418D-AE19-62706E023703}">
                      <ahyp:hlinkClr xmlns:ahyp="http://schemas.microsoft.com/office/drawing/2018/hyperlinkcolor" val="tx"/>
                    </a:ext>
                  </a:extLst>
                </a:hlinkClick>
              </a:rPr>
              <a:t>DBE_SQL_UTIL.disable_remote_sql_patch</a:t>
            </a:r>
            <a:endParaRPr lang="en-US" altLang="zh-CN" dirty="0"/>
          </a:p>
          <a:p>
            <a:pPr lvl="1">
              <a:lnSpc>
                <a:spcPct val="150000"/>
              </a:lnSpc>
            </a:pPr>
            <a:r>
              <a:rPr lang="zh-CN" altLang="en-US" sz="1400" dirty="0"/>
              <a:t>注意：分布式集群需要在不同的</a:t>
            </a:r>
            <a:r>
              <a:rPr lang="en-US" altLang="zh-CN" sz="1400" dirty="0" err="1"/>
              <a:t>cn</a:t>
            </a:r>
            <a:r>
              <a:rPr lang="zh-CN" altLang="en-US" sz="1400" dirty="0"/>
              <a:t>上分别执行创建</a:t>
            </a:r>
            <a:r>
              <a:rPr lang="en-US" altLang="zh-CN" sz="1400" dirty="0" err="1"/>
              <a:t>sql</a:t>
            </a:r>
            <a:r>
              <a:rPr lang="en-US" altLang="zh-CN" sz="1400" dirty="0"/>
              <a:t> patch</a:t>
            </a:r>
            <a:r>
              <a:rPr lang="zh-CN" altLang="en-US" sz="1400" dirty="0"/>
              <a:t>，每个</a:t>
            </a:r>
            <a:r>
              <a:rPr lang="en-US" altLang="zh-CN" sz="1400" dirty="0" err="1"/>
              <a:t>cn</a:t>
            </a:r>
            <a:r>
              <a:rPr lang="zh-CN" altLang="en-US" sz="1400" dirty="0"/>
              <a:t>的</a:t>
            </a:r>
            <a:r>
              <a:rPr lang="en-US" altLang="zh-CN" sz="1400" dirty="0" err="1"/>
              <a:t>sql</a:t>
            </a:r>
            <a:r>
              <a:rPr lang="zh-CN" altLang="en-US" sz="1400" dirty="0"/>
              <a:t>语句的</a:t>
            </a:r>
            <a:r>
              <a:rPr lang="en-US" altLang="zh-CN" sz="1400" dirty="0"/>
              <a:t>unique </a:t>
            </a:r>
            <a:r>
              <a:rPr lang="en-US" altLang="zh-CN" sz="1400" dirty="0" err="1"/>
              <a:t>sql</a:t>
            </a:r>
            <a:r>
              <a:rPr lang="en-US" altLang="zh-CN" sz="1400" dirty="0"/>
              <a:t> id</a:t>
            </a:r>
            <a:r>
              <a:rPr lang="zh-CN" altLang="en-US" sz="1400" dirty="0"/>
              <a:t>不一样。</a:t>
            </a:r>
            <a:endParaRPr lang="en-US" altLang="zh-CN" sz="1400" dirty="0"/>
          </a:p>
        </p:txBody>
      </p:sp>
      <p:pic>
        <p:nvPicPr>
          <p:cNvPr id="6" name="图片 5">
            <a:extLst>
              <a:ext uri="{FF2B5EF4-FFF2-40B4-BE49-F238E27FC236}">
                <a16:creationId xmlns:a16="http://schemas.microsoft.com/office/drawing/2014/main" id="{BD8A34C6-1E8B-85FF-C2B7-E2B601D6AD39}"/>
              </a:ext>
            </a:extLst>
          </p:cNvPr>
          <p:cNvPicPr>
            <a:picLocks noChangeAspect="1"/>
          </p:cNvPicPr>
          <p:nvPr/>
        </p:nvPicPr>
        <p:blipFill>
          <a:blip r:embed="rId8"/>
          <a:stretch>
            <a:fillRect/>
          </a:stretch>
        </p:blipFill>
        <p:spPr>
          <a:xfrm>
            <a:off x="6974006" y="1800236"/>
            <a:ext cx="6656839" cy="767475"/>
          </a:xfrm>
          <a:prstGeom prst="rect">
            <a:avLst/>
          </a:prstGeom>
        </p:spPr>
      </p:pic>
      <p:pic>
        <p:nvPicPr>
          <p:cNvPr id="8" name="图片 7">
            <a:extLst>
              <a:ext uri="{FF2B5EF4-FFF2-40B4-BE49-F238E27FC236}">
                <a16:creationId xmlns:a16="http://schemas.microsoft.com/office/drawing/2014/main" id="{9ED2B7C5-46ED-B489-4DAC-494B9B585411}"/>
              </a:ext>
            </a:extLst>
          </p:cNvPr>
          <p:cNvPicPr>
            <a:picLocks noChangeAspect="1"/>
          </p:cNvPicPr>
          <p:nvPr/>
        </p:nvPicPr>
        <p:blipFill>
          <a:blip r:embed="rId9"/>
          <a:stretch>
            <a:fillRect/>
          </a:stretch>
        </p:blipFill>
        <p:spPr>
          <a:xfrm>
            <a:off x="6974006" y="3049564"/>
            <a:ext cx="6656839" cy="1331368"/>
          </a:xfrm>
          <a:prstGeom prst="rect">
            <a:avLst/>
          </a:prstGeom>
        </p:spPr>
      </p:pic>
      <p:pic>
        <p:nvPicPr>
          <p:cNvPr id="10" name="图片 9">
            <a:extLst>
              <a:ext uri="{FF2B5EF4-FFF2-40B4-BE49-F238E27FC236}">
                <a16:creationId xmlns:a16="http://schemas.microsoft.com/office/drawing/2014/main" id="{210457A9-2E10-C1CA-A5AC-722741137CDD}"/>
              </a:ext>
            </a:extLst>
          </p:cNvPr>
          <p:cNvPicPr>
            <a:picLocks noChangeAspect="1"/>
          </p:cNvPicPr>
          <p:nvPr/>
        </p:nvPicPr>
        <p:blipFill>
          <a:blip r:embed="rId10"/>
          <a:stretch>
            <a:fillRect/>
          </a:stretch>
        </p:blipFill>
        <p:spPr>
          <a:xfrm>
            <a:off x="6974006" y="5262847"/>
            <a:ext cx="6656839" cy="1294015"/>
          </a:xfrm>
          <a:prstGeom prst="rect">
            <a:avLst/>
          </a:prstGeom>
        </p:spPr>
      </p:pic>
    </p:spTree>
    <p:extLst>
      <p:ext uri="{BB962C8B-B14F-4D97-AF65-F5344CB8AC3E}">
        <p14:creationId xmlns:p14="http://schemas.microsoft.com/office/powerpoint/2010/main" val="3802176785"/>
      </p:ext>
    </p:extLst>
  </p:cSld>
  <p:clrMapOvr>
    <a:masterClrMapping/>
  </p:clrMapOvr>
  <p:transition advClick="0" advTm="8000">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FE3FC-6292-105A-BC18-D3E7217F93BF}"/>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EB3F4399-4F9C-A8D5-6386-C92D7EB1B0D7}"/>
              </a:ext>
            </a:extLst>
          </p:cNvPr>
          <p:cNvSpPr txBox="1">
            <a:spLocks/>
          </p:cNvSpPr>
          <p:nvPr/>
        </p:nvSpPr>
        <p:spPr bwMode="auto">
          <a:xfrm>
            <a:off x="554349" y="20247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执行器</a:t>
            </a:r>
          </a:p>
        </p:txBody>
      </p:sp>
      <p:sp>
        <p:nvSpPr>
          <p:cNvPr id="3" name="文本框 2">
            <a:extLst>
              <a:ext uri="{FF2B5EF4-FFF2-40B4-BE49-F238E27FC236}">
                <a16:creationId xmlns:a16="http://schemas.microsoft.com/office/drawing/2014/main" id="{3458EE3F-0B81-D6F5-6D4E-20364A75E7E8}"/>
              </a:ext>
            </a:extLst>
          </p:cNvPr>
          <p:cNvSpPr txBox="1"/>
          <p:nvPr/>
        </p:nvSpPr>
        <p:spPr>
          <a:xfrm>
            <a:off x="914400" y="1473958"/>
            <a:ext cx="12228394" cy="4759252"/>
          </a:xfrm>
          <a:prstGeom prst="rect">
            <a:avLst/>
          </a:prstGeom>
          <a:noFill/>
        </p:spPr>
        <p:txBody>
          <a:bodyPr wrap="square" rtlCol="0">
            <a:spAutoFit/>
          </a:bodyPr>
          <a:lstStyle/>
          <a:p>
            <a:pPr marL="285750" indent="-285750">
              <a:buFont typeface="Wingdings" panose="05000000000000000000" pitchFamily="2" charset="2"/>
              <a:buChar char="l"/>
            </a:pPr>
            <a:r>
              <a:rPr lang="zh-CN" altLang="en-US" b="1" dirty="0"/>
              <a:t>传统数据库</a:t>
            </a:r>
            <a:endParaRPr lang="en-US" altLang="zh-CN" b="1" dirty="0"/>
          </a:p>
          <a:p>
            <a:endParaRPr lang="en-US" altLang="zh-CN" dirty="0"/>
          </a:p>
          <a:p>
            <a:pPr>
              <a:lnSpc>
                <a:spcPct val="150000"/>
              </a:lnSpc>
            </a:pPr>
            <a:r>
              <a:rPr lang="zh-CN" altLang="en-US" b="1" dirty="0"/>
              <a:t>执行引擎一般负责查询的执行，执行引擎在</a:t>
            </a:r>
            <a:r>
              <a:rPr lang="en-US" altLang="zh-CN" b="1" dirty="0"/>
              <a:t>SQL</a:t>
            </a:r>
            <a:r>
              <a:rPr lang="zh-CN" altLang="en-US" b="1" dirty="0"/>
              <a:t>执行栈中接受优化器生成的执行计划，通过存储引擎提供的数据读写接口，实现对数据进行计算得到查询结果集。</a:t>
            </a:r>
            <a:endParaRPr lang="en-US" altLang="zh-CN" b="1" dirty="0"/>
          </a:p>
          <a:p>
            <a:endParaRPr lang="en-US" altLang="zh-CN" dirty="0"/>
          </a:p>
          <a:p>
            <a:pPr marL="285750" indent="-285750">
              <a:lnSpc>
                <a:spcPct val="150000"/>
              </a:lnSpc>
              <a:buFont typeface="Wingdings" panose="05000000000000000000" pitchFamily="2" charset="2"/>
              <a:buChar char="l"/>
            </a:pPr>
            <a:r>
              <a:rPr lang="zh-CN" altLang="en-US" b="1" dirty="0"/>
              <a:t>分布式数据库</a:t>
            </a:r>
            <a:endParaRPr lang="en-US" altLang="zh-CN" b="1" dirty="0"/>
          </a:p>
          <a:p>
            <a:pPr>
              <a:lnSpc>
                <a:spcPct val="150000"/>
              </a:lnSpc>
            </a:pPr>
            <a:r>
              <a:rPr lang="zh-CN" altLang="en-US" dirty="0"/>
              <a:t>执行引擎范围还包括节点间网络数据交换和传输部分。</a:t>
            </a:r>
            <a:endParaRPr lang="en-US" altLang="zh-CN" dirty="0"/>
          </a:p>
          <a:p>
            <a:pPr>
              <a:lnSpc>
                <a:spcPct val="150000"/>
              </a:lnSpc>
            </a:pPr>
            <a:endParaRPr lang="en-US" altLang="zh-CN" dirty="0"/>
          </a:p>
          <a:p>
            <a:pPr marL="285750" indent="-285750">
              <a:lnSpc>
                <a:spcPct val="150000"/>
              </a:lnSpc>
              <a:buFont typeface="Wingdings" panose="05000000000000000000" pitchFamily="2" charset="2"/>
              <a:buChar char="l"/>
            </a:pPr>
            <a:r>
              <a:rPr lang="zh-CN" altLang="en-US" b="1" dirty="0"/>
              <a:t>执行器在执行流程中分成</a:t>
            </a:r>
            <a:r>
              <a:rPr lang="en-US" altLang="zh-CN" b="1" dirty="0"/>
              <a:t>3</a:t>
            </a:r>
            <a:r>
              <a:rPr lang="zh-CN" altLang="en-US" b="1" dirty="0"/>
              <a:t>个阶段</a:t>
            </a:r>
            <a:endParaRPr lang="en-US" altLang="zh-CN" b="1" dirty="0"/>
          </a:p>
          <a:p>
            <a:pPr marL="774700" lvl="1" indent="-342900">
              <a:lnSpc>
                <a:spcPct val="150000"/>
              </a:lnSpc>
              <a:buFont typeface="+mj-lt"/>
              <a:buAutoNum type="arabicPeriod"/>
            </a:pPr>
            <a:r>
              <a:rPr lang="zh-CN" altLang="en-US" dirty="0"/>
              <a:t>初始化阶段：迭代遍历整个</a:t>
            </a:r>
            <a:r>
              <a:rPr lang="en-US" altLang="zh-CN" dirty="0" err="1"/>
              <a:t>plantree</a:t>
            </a:r>
            <a:r>
              <a:rPr lang="zh-CN" altLang="en-US" dirty="0"/>
              <a:t>，对每个算子进行初始化操作，包括初始化状态节点、初始化元组表、初始化子节点、初始化元组类型和投影信息等。</a:t>
            </a:r>
            <a:endParaRPr lang="en-US" altLang="zh-CN" dirty="0"/>
          </a:p>
          <a:p>
            <a:pPr marL="774700" lvl="1" indent="-342900">
              <a:lnSpc>
                <a:spcPct val="150000"/>
              </a:lnSpc>
              <a:buFont typeface="+mj-lt"/>
              <a:buAutoNum type="arabicPeriod"/>
            </a:pPr>
            <a:r>
              <a:rPr lang="zh-CN" altLang="en-US" dirty="0"/>
              <a:t>执行阶段：当前算子依据算子类型处理下层算子返回值，处理后返回给上层算子。</a:t>
            </a:r>
            <a:endParaRPr lang="en-US" altLang="zh-CN" dirty="0"/>
          </a:p>
          <a:p>
            <a:pPr marL="774700" lvl="1" indent="-342900">
              <a:lnSpc>
                <a:spcPct val="150000"/>
              </a:lnSpc>
              <a:buFont typeface="+mj-lt"/>
              <a:buAutoNum type="arabicPeriod"/>
            </a:pPr>
            <a:r>
              <a:rPr lang="zh-CN" altLang="en-US" dirty="0"/>
              <a:t>清理阶段：迭代遍历整个</a:t>
            </a:r>
            <a:r>
              <a:rPr lang="en-US" altLang="zh-CN" dirty="0" err="1"/>
              <a:t>plantree</a:t>
            </a:r>
            <a:r>
              <a:rPr lang="zh-CN" altLang="en-US" dirty="0"/>
              <a:t>，清理对应算子内的资源，比如释放申请的内存资源。</a:t>
            </a:r>
            <a:endParaRPr lang="en-US" altLang="zh-CN" dirty="0"/>
          </a:p>
        </p:txBody>
      </p:sp>
    </p:spTree>
    <p:extLst>
      <p:ext uri="{BB962C8B-B14F-4D97-AF65-F5344CB8AC3E}">
        <p14:creationId xmlns:p14="http://schemas.microsoft.com/office/powerpoint/2010/main" val="3274449784"/>
      </p:ext>
    </p:extLst>
  </p:cSld>
  <p:clrMapOvr>
    <a:masterClrMapping/>
  </p:clrMapOvr>
  <p:transition advClick="0" advTm="8000">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77DD4-F154-58B5-6A74-9A74D9345AFC}"/>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08814178-96AE-592C-E5E7-AFE641177D9B}"/>
              </a:ext>
            </a:extLst>
          </p:cNvPr>
          <p:cNvSpPr txBox="1">
            <a:spLocks/>
          </p:cNvSpPr>
          <p:nvPr/>
        </p:nvSpPr>
        <p:spPr bwMode="auto">
          <a:xfrm>
            <a:off x="588469" y="23659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执行器（</a:t>
            </a:r>
            <a:r>
              <a:rPr lang="en-US" altLang="zh-CN" sz="2800" kern="0" dirty="0">
                <a:solidFill>
                  <a:srgbClr val="C00000"/>
                </a:solidFill>
                <a:latin typeface="微软雅黑" panose="020B0503020204020204" pitchFamily="34" charset="-122"/>
                <a:ea typeface="微软雅黑" panose="020B0503020204020204" pitchFamily="34" charset="-122"/>
              </a:rPr>
              <a:t>SMP</a:t>
            </a:r>
            <a:r>
              <a:rPr lang="zh-CN" altLang="en-US" sz="2800" kern="0" dirty="0">
                <a:solidFill>
                  <a:srgbClr val="C00000"/>
                </a:solidFill>
                <a:latin typeface="微软雅黑" panose="020B0503020204020204" pitchFamily="34" charset="-122"/>
                <a:ea typeface="微软雅黑" panose="020B0503020204020204" pitchFamily="34" charset="-122"/>
              </a:rPr>
              <a:t>执行框架）</a:t>
            </a:r>
          </a:p>
        </p:txBody>
      </p:sp>
      <p:sp>
        <p:nvSpPr>
          <p:cNvPr id="3" name="文本框 2">
            <a:extLst>
              <a:ext uri="{FF2B5EF4-FFF2-40B4-BE49-F238E27FC236}">
                <a16:creationId xmlns:a16="http://schemas.microsoft.com/office/drawing/2014/main" id="{F8C119A8-DE8E-834D-ACE4-5F31554F0C8C}"/>
              </a:ext>
            </a:extLst>
          </p:cNvPr>
          <p:cNvSpPr txBox="1"/>
          <p:nvPr/>
        </p:nvSpPr>
        <p:spPr>
          <a:xfrm>
            <a:off x="914400" y="1473958"/>
            <a:ext cx="11470942" cy="2381678"/>
          </a:xfrm>
          <a:prstGeom prst="rect">
            <a:avLst/>
          </a:prstGeom>
          <a:noFill/>
        </p:spPr>
        <p:txBody>
          <a:bodyPr wrap="square" rtlCol="0">
            <a:spAutoFit/>
          </a:bodyPr>
          <a:lstStyle/>
          <a:p>
            <a:r>
              <a:rPr lang="en-US" altLang="zh-CN" sz="2400" b="1" dirty="0"/>
              <a:t>SMP</a:t>
            </a:r>
          </a:p>
          <a:p>
            <a:pPr marL="285750" indent="-285750">
              <a:lnSpc>
                <a:spcPct val="150000"/>
              </a:lnSpc>
              <a:buFont typeface="Wingdings" panose="05000000000000000000" pitchFamily="2" charset="2"/>
              <a:buChar char="l"/>
            </a:pPr>
            <a:r>
              <a:rPr lang="en-US" altLang="zh-CN" dirty="0"/>
              <a:t>SMP</a:t>
            </a:r>
            <a:r>
              <a:rPr lang="zh-CN" altLang="en-US" dirty="0"/>
              <a:t>即线程并行计算技术，在节点内实现对查询执行进行并行处理，最大化利用多核</a:t>
            </a:r>
            <a:r>
              <a:rPr lang="en-US" altLang="zh-CN" dirty="0"/>
              <a:t>CPU</a:t>
            </a:r>
            <a:r>
              <a:rPr lang="zh-CN" altLang="en-US" dirty="0"/>
              <a:t>的处理能力，利用多线程技术将重操作算子任务并行。</a:t>
            </a:r>
            <a:endParaRPr lang="en-US" altLang="zh-CN" dirty="0"/>
          </a:p>
          <a:p>
            <a:pPr marL="285750" indent="-285750">
              <a:lnSpc>
                <a:spcPct val="150000"/>
              </a:lnSpc>
              <a:buFont typeface="Wingdings" panose="05000000000000000000" pitchFamily="2" charset="2"/>
              <a:buChar char="l"/>
            </a:pPr>
            <a:r>
              <a:rPr lang="zh-CN" altLang="en-US" dirty="0"/>
              <a:t>通过</a:t>
            </a:r>
            <a:r>
              <a:rPr lang="en-US" altLang="zh-CN" dirty="0" err="1"/>
              <a:t>query_dop</a:t>
            </a:r>
            <a:r>
              <a:rPr lang="zh-CN" altLang="en-US" dirty="0"/>
              <a:t>控制并行度，通过</a:t>
            </a:r>
            <a:r>
              <a:rPr lang="en-US" altLang="zh-CN" dirty="0"/>
              <a:t>set </a:t>
            </a:r>
            <a:r>
              <a:rPr lang="en-US" altLang="zh-CN" dirty="0" err="1"/>
              <a:t>query_dop</a:t>
            </a:r>
            <a:r>
              <a:rPr lang="en-US" altLang="zh-CN" dirty="0"/>
              <a:t> =4;</a:t>
            </a:r>
            <a:r>
              <a:rPr lang="zh-CN" altLang="en-US" dirty="0"/>
              <a:t>或者</a:t>
            </a:r>
            <a:r>
              <a:rPr lang="en-US" altLang="zh-CN" dirty="0"/>
              <a:t>select /*+ set(</a:t>
            </a:r>
            <a:r>
              <a:rPr lang="en-US" altLang="zh-CN" dirty="0" err="1"/>
              <a:t>query_dop</a:t>
            </a:r>
            <a:r>
              <a:rPr lang="en-US" altLang="zh-CN" dirty="0"/>
              <a:t> 4) */ hint</a:t>
            </a:r>
            <a:r>
              <a:rPr lang="zh-CN" altLang="en-US" dirty="0"/>
              <a:t>的形式控制并行度。</a:t>
            </a:r>
            <a:endParaRPr lang="en-US" altLang="zh-CN" dirty="0"/>
          </a:p>
          <a:p>
            <a:pPr marL="285750" indent="-285750">
              <a:lnSpc>
                <a:spcPct val="150000"/>
              </a:lnSpc>
              <a:buFont typeface="Wingdings" panose="05000000000000000000" pitchFamily="2" charset="2"/>
              <a:buChar char="l"/>
            </a:pPr>
            <a:endParaRPr lang="en-US" altLang="zh-CN" dirty="0"/>
          </a:p>
          <a:p>
            <a:pPr>
              <a:lnSpc>
                <a:spcPct val="150000"/>
              </a:lnSpc>
            </a:pPr>
            <a:r>
              <a:rPr lang="zh-CN" altLang="en-US" b="1" dirty="0"/>
              <a:t>支持</a:t>
            </a:r>
            <a:r>
              <a:rPr lang="en-US" altLang="zh-CN" b="1" dirty="0"/>
              <a:t>SMP</a:t>
            </a:r>
            <a:r>
              <a:rPr lang="zh-CN" altLang="en-US" b="1" dirty="0"/>
              <a:t>并行计算的算子</a:t>
            </a:r>
            <a:endParaRPr lang="en-US" altLang="zh-CN" b="1" dirty="0"/>
          </a:p>
        </p:txBody>
      </p:sp>
      <p:graphicFrame>
        <p:nvGraphicFramePr>
          <p:cNvPr id="2" name="表格 1">
            <a:extLst>
              <a:ext uri="{FF2B5EF4-FFF2-40B4-BE49-F238E27FC236}">
                <a16:creationId xmlns:a16="http://schemas.microsoft.com/office/drawing/2014/main" id="{8CF80381-97C4-4BD5-7903-011B59C58086}"/>
              </a:ext>
            </a:extLst>
          </p:cNvPr>
          <p:cNvGraphicFramePr>
            <a:graphicFrameLocks noGrp="1"/>
          </p:cNvGraphicFramePr>
          <p:nvPr>
            <p:extLst>
              <p:ext uri="{D42A27DB-BD31-4B8C-83A1-F6EECF244321}">
                <p14:modId xmlns:p14="http://schemas.microsoft.com/office/powerpoint/2010/main" val="3842892752"/>
              </p:ext>
            </p:extLst>
          </p:nvPr>
        </p:nvGraphicFramePr>
        <p:xfrm>
          <a:off x="1007961" y="4097831"/>
          <a:ext cx="11377381" cy="2682240"/>
        </p:xfrm>
        <a:graphic>
          <a:graphicData uri="http://schemas.openxmlformats.org/drawingml/2006/table">
            <a:tbl>
              <a:tblPr firstRow="1" bandRow="1">
                <a:tableStyleId>{7E9639D4-E3E2-4D34-9284-5A2195B3D0D7}</a:tableStyleId>
              </a:tblPr>
              <a:tblGrid>
                <a:gridCol w="3083545">
                  <a:extLst>
                    <a:ext uri="{9D8B030D-6E8A-4147-A177-3AD203B41FA5}">
                      <a16:colId xmlns:a16="http://schemas.microsoft.com/office/drawing/2014/main" val="4056680947"/>
                    </a:ext>
                  </a:extLst>
                </a:gridCol>
                <a:gridCol w="8293836">
                  <a:extLst>
                    <a:ext uri="{9D8B030D-6E8A-4147-A177-3AD203B41FA5}">
                      <a16:colId xmlns:a16="http://schemas.microsoft.com/office/drawing/2014/main" val="2930231173"/>
                    </a:ext>
                  </a:extLst>
                </a:gridCol>
              </a:tblGrid>
              <a:tr h="370840">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算子类型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zh-CN" altLang="en-US" sz="2000" b="1" dirty="0">
                          <a:solidFill>
                            <a:schemeClr val="tx1"/>
                          </a:solidFill>
                          <a:latin typeface="微软雅黑" panose="020B0503020204020204" pitchFamily="34" charset="-122"/>
                          <a:ea typeface="微软雅黑" panose="020B0503020204020204" pitchFamily="34" charset="-122"/>
                        </a:rPr>
                        <a:t>算子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88429002"/>
                  </a:ext>
                </a:extLst>
              </a:tr>
              <a:tr h="370840">
                <a:tc>
                  <a:txBody>
                    <a:bodyPr/>
                    <a:lstStyle/>
                    <a:p>
                      <a:pPr algn="ctr" latinLnBrk="1"/>
                      <a:r>
                        <a:rPr lang="en-US" altLang="zh-CN" sz="2000" dirty="0"/>
                        <a:t>Scan</a:t>
                      </a:r>
                      <a:r>
                        <a:rPr lang="zh-CN" altLang="en-US" sz="2000" dirty="0"/>
                        <a:t>算子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2000" dirty="0"/>
                        <a:t>普通表和分区表的顺序扫描和索引扫描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0756745"/>
                  </a:ext>
                </a:extLst>
              </a:tr>
              <a:tr h="370840">
                <a:tc>
                  <a:txBody>
                    <a:bodyPr/>
                    <a:lstStyle/>
                    <a:p>
                      <a:pPr algn="ctr" latinLnBrk="1"/>
                      <a:r>
                        <a:rPr lang="en-US" altLang="zh-CN" sz="2000" dirty="0"/>
                        <a:t>Join</a:t>
                      </a:r>
                      <a:r>
                        <a:rPr lang="zh-CN" altLang="en-US" sz="2000" dirty="0"/>
                        <a:t>算子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err="1"/>
                        <a:t>Hashjoin</a:t>
                      </a:r>
                      <a:r>
                        <a:rPr lang="zh-CN" altLang="en-US" sz="2000" dirty="0"/>
                        <a:t>算子、</a:t>
                      </a:r>
                      <a:r>
                        <a:rPr lang="en-US" altLang="zh-CN" sz="2000" dirty="0" err="1"/>
                        <a:t>Nestloop</a:t>
                      </a:r>
                      <a:r>
                        <a:rPr lang="zh-CN" altLang="en-US" sz="2000" dirty="0"/>
                        <a:t>算子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07798113"/>
                  </a:ext>
                </a:extLst>
              </a:tr>
              <a:tr h="370840">
                <a:tc>
                  <a:txBody>
                    <a:bodyPr/>
                    <a:lstStyle/>
                    <a:p>
                      <a:pPr algn="ctr" latinLnBrk="1"/>
                      <a:r>
                        <a:rPr lang="en-US" altLang="zh-CN" sz="2000" dirty="0"/>
                        <a:t>Agg</a:t>
                      </a:r>
                      <a:r>
                        <a:rPr lang="zh-CN" altLang="en-US" sz="2000" dirty="0"/>
                        <a:t>算子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err="1"/>
                        <a:t>HashAgg</a:t>
                      </a:r>
                      <a:r>
                        <a:rPr lang="zh-CN" altLang="en-US" sz="2000" dirty="0"/>
                        <a:t>算子、</a:t>
                      </a:r>
                      <a:r>
                        <a:rPr lang="en-US" altLang="zh-CN" sz="2000" dirty="0"/>
                        <a:t>Sort</a:t>
                      </a:r>
                      <a:r>
                        <a:rPr lang="zh-CN" altLang="en-US" sz="2000" dirty="0"/>
                        <a:t>算子、</a:t>
                      </a:r>
                      <a:r>
                        <a:rPr lang="en-US" altLang="zh-CN" sz="2000" dirty="0" err="1"/>
                        <a:t>WindowAgg</a:t>
                      </a:r>
                      <a:r>
                        <a:rPr lang="zh-CN" altLang="en-US" sz="2000" dirty="0"/>
                        <a:t>算子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7702291"/>
                  </a:ext>
                </a:extLst>
              </a:tr>
              <a:tr h="370840">
                <a:tc>
                  <a:txBody>
                    <a:bodyPr/>
                    <a:lstStyle/>
                    <a:p>
                      <a:pPr algn="ctr" latinLnBrk="1"/>
                      <a:r>
                        <a:rPr lang="en-US" altLang="zh-CN" sz="2000" dirty="0"/>
                        <a:t>Stream</a:t>
                      </a:r>
                      <a:r>
                        <a:rPr lang="zh-CN" altLang="en-US" sz="2000" dirty="0"/>
                        <a:t>算子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t>Redistribute</a:t>
                      </a:r>
                      <a:r>
                        <a:rPr lang="zh-CN" altLang="en-US" sz="2000" dirty="0"/>
                        <a:t>、</a:t>
                      </a:r>
                      <a:r>
                        <a:rPr lang="en-US" altLang="zh-CN" sz="2000" dirty="0"/>
                        <a:t>Broadcast</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19459095"/>
                  </a:ext>
                </a:extLst>
              </a:tr>
              <a:tr h="370840">
                <a:tc>
                  <a:txBody>
                    <a:bodyPr/>
                    <a:lstStyle/>
                    <a:p>
                      <a:pPr algn="ctr" latinLnBrk="1"/>
                      <a:r>
                        <a:rPr lang="zh-CN" altLang="en-US" sz="2000" dirty="0"/>
                        <a:t>其他算子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t>Result</a:t>
                      </a:r>
                      <a:r>
                        <a:rPr lang="zh-CN" altLang="en-US" sz="2000" dirty="0"/>
                        <a:t>算子、</a:t>
                      </a:r>
                      <a:r>
                        <a:rPr lang="en-US" altLang="zh-CN" sz="2000" dirty="0" err="1"/>
                        <a:t>SubqueryScan</a:t>
                      </a:r>
                      <a:r>
                        <a:rPr lang="zh-CN" altLang="en-US" sz="2000" dirty="0"/>
                        <a:t>算子、</a:t>
                      </a:r>
                      <a:r>
                        <a:rPr lang="en-US" altLang="zh-CN" sz="2000" dirty="0"/>
                        <a:t>Unique</a:t>
                      </a:r>
                      <a:r>
                        <a:rPr lang="zh-CN" altLang="en-US" sz="2000" dirty="0"/>
                        <a:t>算子、</a:t>
                      </a:r>
                      <a:r>
                        <a:rPr lang="en-US" altLang="zh-CN" sz="2000" dirty="0"/>
                        <a:t>Material</a:t>
                      </a:r>
                      <a:r>
                        <a:rPr lang="zh-CN" altLang="en-US" sz="2000" dirty="0"/>
                        <a:t>算子、</a:t>
                      </a:r>
                      <a:r>
                        <a:rPr lang="en-US" altLang="zh-CN" sz="2000" dirty="0" err="1"/>
                        <a:t>SetOp</a:t>
                      </a:r>
                      <a:r>
                        <a:rPr lang="zh-CN" altLang="en-US" sz="2000" dirty="0"/>
                        <a:t>算子、</a:t>
                      </a:r>
                      <a:r>
                        <a:rPr lang="en-US" altLang="zh-CN" sz="2000" dirty="0"/>
                        <a:t>Append</a:t>
                      </a:r>
                      <a:r>
                        <a:rPr lang="zh-CN" altLang="en-US" sz="2000" dirty="0"/>
                        <a:t>算子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3573357"/>
                  </a:ext>
                </a:extLst>
              </a:tr>
            </a:tbl>
          </a:graphicData>
        </a:graphic>
      </p:graphicFrame>
    </p:spTree>
    <p:extLst>
      <p:ext uri="{BB962C8B-B14F-4D97-AF65-F5344CB8AC3E}">
        <p14:creationId xmlns:p14="http://schemas.microsoft.com/office/powerpoint/2010/main" val="110917212"/>
      </p:ext>
    </p:extLst>
  </p:cSld>
  <p:clrMapOvr>
    <a:masterClrMapping/>
  </p:clrMapOvr>
  <p:transition advClick="0" advTm="8000">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95577-9941-5CFD-C5CB-E7C5BDF120C7}"/>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5EAF631F-D2A7-9987-D158-AD3A25CADD64}"/>
              </a:ext>
            </a:extLst>
          </p:cNvPr>
          <p:cNvSpPr txBox="1">
            <a:spLocks/>
          </p:cNvSpPr>
          <p:nvPr/>
        </p:nvSpPr>
        <p:spPr bwMode="auto">
          <a:xfrm>
            <a:off x="588469" y="23659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执行器（</a:t>
            </a:r>
            <a:r>
              <a:rPr lang="en-US" altLang="zh-CN" sz="2800" kern="0" dirty="0" err="1">
                <a:solidFill>
                  <a:srgbClr val="C00000"/>
                </a:solidFill>
                <a:latin typeface="微软雅黑" panose="020B0503020204020204" pitchFamily="34" charset="-122"/>
                <a:ea typeface="微软雅黑" panose="020B0503020204020204" pitchFamily="34" charset="-122"/>
              </a:rPr>
              <a:t>SQLByPass</a:t>
            </a:r>
            <a:r>
              <a:rPr lang="zh-CN" altLang="en-US" sz="2800" kern="0" dirty="0">
                <a:solidFill>
                  <a:srgbClr val="C00000"/>
                </a:solidFill>
                <a:latin typeface="微软雅黑" panose="020B0503020204020204" pitchFamily="34" charset="-122"/>
                <a:ea typeface="微软雅黑" panose="020B0503020204020204" pitchFamily="34" charset="-122"/>
              </a:rPr>
              <a:t>执行框架）</a:t>
            </a:r>
          </a:p>
        </p:txBody>
      </p:sp>
      <p:sp>
        <p:nvSpPr>
          <p:cNvPr id="7" name="文本框 6">
            <a:extLst>
              <a:ext uri="{FF2B5EF4-FFF2-40B4-BE49-F238E27FC236}">
                <a16:creationId xmlns:a16="http://schemas.microsoft.com/office/drawing/2014/main" id="{852DE3C2-F525-145A-D7A9-A89FF7AB00B1}"/>
              </a:ext>
            </a:extLst>
          </p:cNvPr>
          <p:cNvSpPr txBox="1"/>
          <p:nvPr/>
        </p:nvSpPr>
        <p:spPr>
          <a:xfrm>
            <a:off x="928048" y="1344304"/>
            <a:ext cx="11894024" cy="2664447"/>
          </a:xfrm>
          <a:prstGeom prst="rect">
            <a:avLst/>
          </a:prstGeom>
          <a:noFill/>
        </p:spPr>
        <p:txBody>
          <a:bodyPr wrap="square" rtlCol="0">
            <a:spAutoFit/>
          </a:bodyPr>
          <a:lstStyle/>
          <a:p>
            <a:pPr>
              <a:lnSpc>
                <a:spcPct val="150000"/>
              </a:lnSpc>
            </a:pPr>
            <a:r>
              <a:rPr lang="en-US" altLang="zh-CN" sz="2400" b="1" dirty="0" err="1"/>
              <a:t>SQLBypass</a:t>
            </a:r>
            <a:r>
              <a:rPr lang="zh-CN" altLang="en-US" sz="2400" b="1" dirty="0"/>
              <a:t>背景</a:t>
            </a:r>
            <a:endParaRPr lang="en-US" altLang="zh-CN" sz="2400" b="1" dirty="0"/>
          </a:p>
          <a:p>
            <a:pPr marL="285750" indent="-285750">
              <a:lnSpc>
                <a:spcPct val="200000"/>
              </a:lnSpc>
              <a:buFont typeface="Wingdings" panose="05000000000000000000" pitchFamily="2" charset="2"/>
              <a:buChar char="l"/>
            </a:pPr>
            <a:r>
              <a:rPr lang="en-US" altLang="zh-CN" dirty="0" err="1"/>
              <a:t>SQLBypass</a:t>
            </a:r>
            <a:r>
              <a:rPr lang="zh-CN" altLang="en-US" dirty="0"/>
              <a:t>框架主要用来优化简单查询中执行层的性能（例如仅单标和简单表达式的</a:t>
            </a:r>
            <a:r>
              <a:rPr lang="en-US" altLang="zh-CN" dirty="0"/>
              <a:t>SQL</a:t>
            </a:r>
            <a:r>
              <a:rPr lang="zh-CN" altLang="en-US" dirty="0"/>
              <a:t>）。通过复用执行算子，减少执行指令，降低</a:t>
            </a:r>
            <a:r>
              <a:rPr lang="en-US" altLang="zh-CN" dirty="0"/>
              <a:t>CPU</a:t>
            </a:r>
            <a:r>
              <a:rPr lang="zh-CN" altLang="en-US" dirty="0"/>
              <a:t>使用率提升性能。</a:t>
            </a:r>
            <a:endParaRPr lang="en-US" altLang="zh-CN" dirty="0"/>
          </a:p>
          <a:p>
            <a:pPr marL="285750" indent="-285750">
              <a:lnSpc>
                <a:spcPct val="200000"/>
              </a:lnSpc>
              <a:buFont typeface="Wingdings" panose="05000000000000000000" pitchFamily="2" charset="2"/>
              <a:buChar char="l"/>
            </a:pPr>
            <a:r>
              <a:rPr lang="zh-CN" altLang="en-US" dirty="0"/>
              <a:t>在分布式中的</a:t>
            </a:r>
            <a:r>
              <a:rPr lang="en-US" altLang="zh-CN" dirty="0"/>
              <a:t>DN</a:t>
            </a:r>
            <a:r>
              <a:rPr lang="zh-CN" altLang="en-US" dirty="0"/>
              <a:t>节点，或者集中式上生效。通过</a:t>
            </a:r>
            <a:r>
              <a:rPr lang="en-US" altLang="zh-CN" dirty="0" err="1"/>
              <a:t>enable_opfusion</a:t>
            </a:r>
            <a:r>
              <a:rPr lang="zh-CN" altLang="en-US" dirty="0"/>
              <a:t>参数控制是否对简单增删改查进行优化（默认开启）。</a:t>
            </a:r>
            <a:endParaRPr lang="en-US" altLang="zh-CN" dirty="0"/>
          </a:p>
          <a:p>
            <a:pPr marL="285750" indent="-285750">
              <a:lnSpc>
                <a:spcPct val="200000"/>
              </a:lnSpc>
              <a:buFont typeface="Wingdings" panose="05000000000000000000" pitchFamily="2" charset="2"/>
              <a:buChar char="l"/>
            </a:pPr>
            <a:r>
              <a:rPr lang="zh-CN" altLang="en-US" dirty="0"/>
              <a:t>可通过</a:t>
            </a:r>
            <a:r>
              <a:rPr lang="en-US" altLang="zh-CN" dirty="0"/>
              <a:t>EXPLAIN</a:t>
            </a:r>
            <a:r>
              <a:rPr lang="zh-CN" altLang="en-US" dirty="0"/>
              <a:t>结果中的</a:t>
            </a:r>
            <a:r>
              <a:rPr lang="en-US" altLang="zh-CN" dirty="0"/>
              <a:t>Bypass</a:t>
            </a:r>
            <a:r>
              <a:rPr lang="zh-CN" altLang="en-US" dirty="0"/>
              <a:t>标识确实</a:t>
            </a:r>
            <a:r>
              <a:rPr lang="en-US" altLang="zh-CN" dirty="0"/>
              <a:t>SQL</a:t>
            </a:r>
            <a:r>
              <a:rPr lang="zh-CN" altLang="en-US" dirty="0"/>
              <a:t>是否使用了</a:t>
            </a:r>
            <a:r>
              <a:rPr lang="en-US" altLang="zh-CN" dirty="0" err="1"/>
              <a:t>SQLBypass</a:t>
            </a:r>
            <a:r>
              <a:rPr lang="zh-CN" altLang="en-US" dirty="0"/>
              <a:t>框架。简单</a:t>
            </a:r>
            <a:r>
              <a:rPr lang="en-US" altLang="zh-CN" dirty="0"/>
              <a:t>select</a:t>
            </a:r>
            <a:r>
              <a:rPr lang="zh-CN" altLang="en-US" dirty="0"/>
              <a:t>依据在</a:t>
            </a:r>
            <a:r>
              <a:rPr lang="en-US" altLang="zh-CN" dirty="0" err="1"/>
              <a:t>SQLBypass</a:t>
            </a:r>
            <a:r>
              <a:rPr lang="zh-CN" altLang="en-US" dirty="0"/>
              <a:t>框架下执行计划如下：</a:t>
            </a:r>
          </a:p>
        </p:txBody>
      </p:sp>
      <p:pic>
        <p:nvPicPr>
          <p:cNvPr id="9" name="图片 8">
            <a:extLst>
              <a:ext uri="{FF2B5EF4-FFF2-40B4-BE49-F238E27FC236}">
                <a16:creationId xmlns:a16="http://schemas.microsoft.com/office/drawing/2014/main" id="{A335B70E-B582-3AF4-3B92-F832E40A9E98}"/>
              </a:ext>
            </a:extLst>
          </p:cNvPr>
          <p:cNvPicPr>
            <a:picLocks noChangeAspect="1"/>
          </p:cNvPicPr>
          <p:nvPr/>
        </p:nvPicPr>
        <p:blipFill>
          <a:blip r:embed="rId2"/>
          <a:stretch>
            <a:fillRect/>
          </a:stretch>
        </p:blipFill>
        <p:spPr>
          <a:xfrm>
            <a:off x="1651769" y="4206783"/>
            <a:ext cx="8584442" cy="2456892"/>
          </a:xfrm>
          <a:prstGeom prst="rect">
            <a:avLst/>
          </a:prstGeom>
        </p:spPr>
      </p:pic>
    </p:spTree>
    <p:extLst>
      <p:ext uri="{BB962C8B-B14F-4D97-AF65-F5344CB8AC3E}">
        <p14:creationId xmlns:p14="http://schemas.microsoft.com/office/powerpoint/2010/main" val="4228606025"/>
      </p:ext>
    </p:extLst>
  </p:cSld>
  <p:clrMapOvr>
    <a:masterClrMapping/>
  </p:clrMapOvr>
  <p:transition advClick="0" advTm="8000">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6C711-BF68-2B21-62E4-3534AC619DD5}"/>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D349DE5F-A248-6F96-F10E-A7B4A3C017DD}"/>
              </a:ext>
            </a:extLst>
          </p:cNvPr>
          <p:cNvSpPr txBox="1">
            <a:spLocks/>
          </p:cNvSpPr>
          <p:nvPr/>
        </p:nvSpPr>
        <p:spPr bwMode="auto">
          <a:xfrm>
            <a:off x="588469" y="23659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执行器（分布式</a:t>
            </a:r>
            <a:r>
              <a:rPr lang="en-US" altLang="zh-CN" sz="2800" kern="0" dirty="0">
                <a:solidFill>
                  <a:srgbClr val="C00000"/>
                </a:solidFill>
                <a:latin typeface="微软雅黑" panose="020B0503020204020204" pitchFamily="34" charset="-122"/>
                <a:ea typeface="微软雅黑" panose="020B0503020204020204" pitchFamily="34" charset="-122"/>
              </a:rPr>
              <a:t>STREAM</a:t>
            </a:r>
            <a:r>
              <a:rPr lang="zh-CN" altLang="en-US" sz="2800" kern="0" dirty="0">
                <a:solidFill>
                  <a:srgbClr val="C00000"/>
                </a:solidFill>
                <a:latin typeface="微软雅黑" panose="020B0503020204020204" pitchFamily="34" charset="-122"/>
                <a:ea typeface="微软雅黑" panose="020B0503020204020204" pitchFamily="34" charset="-122"/>
              </a:rPr>
              <a:t>执行框架）</a:t>
            </a:r>
          </a:p>
        </p:txBody>
      </p:sp>
      <p:sp>
        <p:nvSpPr>
          <p:cNvPr id="7" name="文本框 6">
            <a:extLst>
              <a:ext uri="{FF2B5EF4-FFF2-40B4-BE49-F238E27FC236}">
                <a16:creationId xmlns:a16="http://schemas.microsoft.com/office/drawing/2014/main" id="{2E4DC7AC-39AA-9968-D0F1-773B1C7C58A7}"/>
              </a:ext>
            </a:extLst>
          </p:cNvPr>
          <p:cNvSpPr txBox="1"/>
          <p:nvPr/>
        </p:nvSpPr>
        <p:spPr>
          <a:xfrm>
            <a:off x="928048" y="1344304"/>
            <a:ext cx="11894024" cy="3352713"/>
          </a:xfrm>
          <a:prstGeom prst="rect">
            <a:avLst/>
          </a:prstGeom>
          <a:noFill/>
        </p:spPr>
        <p:txBody>
          <a:bodyPr wrap="square" rtlCol="0">
            <a:spAutoFit/>
          </a:bodyPr>
          <a:lstStyle/>
          <a:p>
            <a:pPr>
              <a:lnSpc>
                <a:spcPct val="150000"/>
              </a:lnSpc>
            </a:pPr>
            <a:r>
              <a:rPr lang="en-US" altLang="zh-CN" sz="2400" b="1" dirty="0"/>
              <a:t>STREAM</a:t>
            </a:r>
          </a:p>
          <a:p>
            <a:pPr marL="285750" indent="-285750">
              <a:lnSpc>
                <a:spcPct val="150000"/>
              </a:lnSpc>
              <a:buFont typeface="Wingdings" panose="05000000000000000000" pitchFamily="2" charset="2"/>
              <a:buChar char="l"/>
            </a:pPr>
            <a:r>
              <a:rPr lang="zh-CN" altLang="en-US" dirty="0"/>
              <a:t>分布式数据库的数据分布在不同的</a:t>
            </a:r>
            <a:r>
              <a:rPr lang="en-US" altLang="zh-CN" dirty="0"/>
              <a:t>DN</a:t>
            </a:r>
            <a:r>
              <a:rPr lang="zh-CN" altLang="en-US" dirty="0"/>
              <a:t>上，而做计算的数据必须在同一个节点才能计算。</a:t>
            </a:r>
            <a:endParaRPr lang="en-US" altLang="zh-CN" dirty="0"/>
          </a:p>
          <a:p>
            <a:pPr marL="285750" indent="-285750">
              <a:lnSpc>
                <a:spcPct val="150000"/>
              </a:lnSpc>
              <a:buFont typeface="Wingdings" panose="05000000000000000000" pitchFamily="2" charset="2"/>
              <a:buChar char="l"/>
            </a:pPr>
            <a:r>
              <a:rPr lang="zh-CN" altLang="en-US" dirty="0"/>
              <a:t>其中的关键则在于尽量降低查询中节点之间的数据流动，才能提升查询效率。</a:t>
            </a:r>
            <a:endParaRPr lang="en-US" altLang="zh-CN" dirty="0"/>
          </a:p>
          <a:p>
            <a:pPr marL="285750" indent="-285750">
              <a:lnSpc>
                <a:spcPct val="150000"/>
              </a:lnSpc>
              <a:buFont typeface="Wingdings" panose="05000000000000000000" pitchFamily="2" charset="2"/>
              <a:buChar char="l"/>
            </a:pPr>
            <a:r>
              <a:rPr lang="zh-CN" altLang="en-US" dirty="0"/>
              <a:t>三种</a:t>
            </a:r>
            <a:r>
              <a:rPr lang="en-US" altLang="zh-CN" dirty="0"/>
              <a:t>STREAM</a:t>
            </a:r>
            <a:r>
              <a:rPr lang="zh-CN" altLang="en-US" dirty="0"/>
              <a:t>算子：</a:t>
            </a:r>
            <a:endParaRPr lang="en-US" altLang="zh-CN" dirty="0"/>
          </a:p>
          <a:p>
            <a:pPr marL="717550" lvl="1" indent="-285750">
              <a:lnSpc>
                <a:spcPct val="150000"/>
              </a:lnSpc>
              <a:buFont typeface="Wingdings" panose="05000000000000000000" pitchFamily="2" charset="2"/>
              <a:buChar char="Ø"/>
            </a:pPr>
            <a:r>
              <a:rPr lang="en-US" altLang="zh-CN" dirty="0"/>
              <a:t>GATHER STREAM</a:t>
            </a:r>
            <a:r>
              <a:rPr lang="zh-CN" altLang="en-US" dirty="0"/>
              <a:t>算子（</a:t>
            </a:r>
            <a:r>
              <a:rPr lang="en-US" altLang="zh-CN" dirty="0"/>
              <a:t>N:1</a:t>
            </a:r>
            <a:r>
              <a:rPr lang="zh-CN" altLang="en-US" dirty="0"/>
              <a:t>）</a:t>
            </a:r>
            <a:r>
              <a:rPr lang="en-US" altLang="zh-CN" dirty="0"/>
              <a:t>- </a:t>
            </a:r>
            <a:r>
              <a:rPr lang="zh-CN" altLang="en-US" dirty="0"/>
              <a:t>每个源节点都将其数据发给目标节点，</a:t>
            </a:r>
            <a:r>
              <a:rPr lang="en-US" altLang="zh-CN" dirty="0"/>
              <a:t>DN</a:t>
            </a:r>
            <a:r>
              <a:rPr lang="zh-CN" altLang="en-US" dirty="0"/>
              <a:t>节点将计算之后的数据发送给</a:t>
            </a:r>
            <a:r>
              <a:rPr lang="en-US" altLang="zh-CN" dirty="0"/>
              <a:t>CN</a:t>
            </a:r>
            <a:r>
              <a:rPr lang="zh-CN" altLang="en-US" dirty="0"/>
              <a:t>节点。</a:t>
            </a:r>
            <a:endParaRPr lang="en-US" altLang="zh-CN" dirty="0"/>
          </a:p>
          <a:p>
            <a:pPr marL="717550" lvl="1" indent="-285750">
              <a:lnSpc>
                <a:spcPct val="150000"/>
              </a:lnSpc>
              <a:buFont typeface="Wingdings" panose="05000000000000000000" pitchFamily="2" charset="2"/>
              <a:buChar char="Ø"/>
            </a:pPr>
            <a:r>
              <a:rPr lang="en-US" altLang="zh-CN" dirty="0"/>
              <a:t>Redistribute STREAM</a:t>
            </a:r>
            <a:r>
              <a:rPr lang="zh-CN" altLang="en-US" dirty="0"/>
              <a:t>算子（</a:t>
            </a:r>
            <a:r>
              <a:rPr lang="en-US" altLang="zh-CN" dirty="0"/>
              <a:t>N:M</a:t>
            </a:r>
            <a:r>
              <a:rPr lang="zh-CN" altLang="en-US" dirty="0"/>
              <a:t>）</a:t>
            </a:r>
            <a:r>
              <a:rPr lang="en-US" altLang="zh-CN" dirty="0"/>
              <a:t>-</a:t>
            </a:r>
            <a:r>
              <a:rPr lang="zh-CN" altLang="en-US" dirty="0"/>
              <a:t>每个源节点将其数据根据连接条件计算</a:t>
            </a:r>
            <a:r>
              <a:rPr lang="en-US" altLang="zh-CN" dirty="0"/>
              <a:t>HASH</a:t>
            </a:r>
            <a:r>
              <a:rPr lang="zh-CN" altLang="en-US" dirty="0"/>
              <a:t>值，根据重新计算的</a:t>
            </a:r>
            <a:r>
              <a:rPr lang="en-US" altLang="zh-CN" dirty="0"/>
              <a:t>HASH</a:t>
            </a:r>
            <a:r>
              <a:rPr lang="zh-CN" altLang="en-US" dirty="0"/>
              <a:t>值进行重新分布，发给对应的目标节点，是</a:t>
            </a:r>
            <a:r>
              <a:rPr lang="en-US" altLang="zh-CN" dirty="0"/>
              <a:t>DN</a:t>
            </a:r>
            <a:r>
              <a:rPr lang="zh-CN" altLang="en-US" dirty="0"/>
              <a:t>将其自身数据发送给其他目标</a:t>
            </a:r>
            <a:r>
              <a:rPr lang="en-US" altLang="zh-CN" dirty="0"/>
              <a:t>DN</a:t>
            </a:r>
            <a:r>
              <a:rPr lang="zh-CN" altLang="en-US" dirty="0"/>
              <a:t>节点。</a:t>
            </a:r>
            <a:endParaRPr lang="en-US" altLang="zh-CN" dirty="0"/>
          </a:p>
          <a:p>
            <a:pPr marL="717550" lvl="1" indent="-285750">
              <a:lnSpc>
                <a:spcPct val="150000"/>
              </a:lnSpc>
              <a:buFont typeface="Wingdings" panose="05000000000000000000" pitchFamily="2" charset="2"/>
              <a:buChar char="Ø"/>
            </a:pPr>
            <a:r>
              <a:rPr lang="en-US" altLang="zh-CN" dirty="0"/>
              <a:t>Broadcast STREAM</a:t>
            </a:r>
            <a:r>
              <a:rPr lang="zh-CN" altLang="en-US" dirty="0"/>
              <a:t>算子（</a:t>
            </a:r>
            <a:r>
              <a:rPr lang="en-US" altLang="zh-CN" dirty="0"/>
              <a:t>1:N)</a:t>
            </a:r>
            <a:r>
              <a:rPr lang="zh-CN" altLang="en-US" dirty="0"/>
              <a:t>）</a:t>
            </a:r>
            <a:r>
              <a:rPr lang="en-US" altLang="zh-CN" dirty="0"/>
              <a:t>-</a:t>
            </a:r>
            <a:r>
              <a:rPr lang="zh-CN" altLang="en-US" dirty="0"/>
              <a:t>由一个源节点将其数据发送给</a:t>
            </a:r>
            <a:r>
              <a:rPr lang="en-US" altLang="zh-CN" dirty="0"/>
              <a:t>N</a:t>
            </a:r>
            <a:r>
              <a:rPr lang="zh-CN" altLang="en-US" dirty="0"/>
              <a:t>个目标节点，是</a:t>
            </a:r>
            <a:r>
              <a:rPr lang="en-US" altLang="zh-CN" dirty="0"/>
              <a:t>DN</a:t>
            </a:r>
            <a:r>
              <a:rPr lang="zh-CN" altLang="en-US" dirty="0"/>
              <a:t>之间的数据流动。</a:t>
            </a:r>
          </a:p>
        </p:txBody>
      </p:sp>
      <p:sp>
        <p:nvSpPr>
          <p:cNvPr id="2" name="圆柱体 1">
            <a:extLst>
              <a:ext uri="{FF2B5EF4-FFF2-40B4-BE49-F238E27FC236}">
                <a16:creationId xmlns:a16="http://schemas.microsoft.com/office/drawing/2014/main" id="{78AA73D4-2F86-9075-0D83-DC094558077F}"/>
              </a:ext>
            </a:extLst>
          </p:cNvPr>
          <p:cNvSpPr/>
          <p:nvPr/>
        </p:nvSpPr>
        <p:spPr bwMode="auto">
          <a:xfrm>
            <a:off x="2122227" y="4940490"/>
            <a:ext cx="545910"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T</a:t>
            </a:r>
            <a:endParaRPr kumimoji="0" lang="zh-CN" altLang="en-US" sz="18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3" name="圆柱体 2">
            <a:extLst>
              <a:ext uri="{FF2B5EF4-FFF2-40B4-BE49-F238E27FC236}">
                <a16:creationId xmlns:a16="http://schemas.microsoft.com/office/drawing/2014/main" id="{CEE247FB-7C57-8B91-8526-F98280D00BE6}"/>
              </a:ext>
            </a:extLst>
          </p:cNvPr>
          <p:cNvSpPr/>
          <p:nvPr/>
        </p:nvSpPr>
        <p:spPr bwMode="auto">
          <a:xfrm>
            <a:off x="1224887" y="5936777"/>
            <a:ext cx="545910"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1</a:t>
            </a:r>
            <a:endParaRPr kumimoji="0" lang="zh-CN" altLang="en-US" sz="18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5" name="圆柱体 4">
            <a:extLst>
              <a:ext uri="{FF2B5EF4-FFF2-40B4-BE49-F238E27FC236}">
                <a16:creationId xmlns:a16="http://schemas.microsoft.com/office/drawing/2014/main" id="{307503D0-E88B-CCAD-DE4B-D0DFA1544B56}"/>
              </a:ext>
            </a:extLst>
          </p:cNvPr>
          <p:cNvSpPr/>
          <p:nvPr/>
        </p:nvSpPr>
        <p:spPr bwMode="auto">
          <a:xfrm>
            <a:off x="2163739" y="5936777"/>
            <a:ext cx="545910"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2</a:t>
            </a:r>
            <a:endParaRPr kumimoji="0" lang="zh-CN" altLang="en-US" sz="18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6" name="圆柱体 5">
            <a:extLst>
              <a:ext uri="{FF2B5EF4-FFF2-40B4-BE49-F238E27FC236}">
                <a16:creationId xmlns:a16="http://schemas.microsoft.com/office/drawing/2014/main" id="{CFC62937-4E73-72EC-80C6-8CDB945D50BA}"/>
              </a:ext>
            </a:extLst>
          </p:cNvPr>
          <p:cNvSpPr/>
          <p:nvPr/>
        </p:nvSpPr>
        <p:spPr bwMode="auto">
          <a:xfrm>
            <a:off x="3691720" y="5936777"/>
            <a:ext cx="545910"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N</a:t>
            </a:r>
            <a:endParaRPr kumimoji="0" lang="zh-CN" altLang="en-US" sz="1800" b="0" i="0" u="none" strike="noStrike" cap="none" normalizeH="0" baseline="0" dirty="0">
              <a:ln>
                <a:noFill/>
              </a:ln>
              <a:effectLst/>
              <a:latin typeface="Arial" panose="020B0604020202020204" pitchFamily="34" charset="0"/>
              <a:ea typeface="宋体" panose="02010600030101010101" pitchFamily="2" charset="-122"/>
            </a:endParaRPr>
          </a:p>
        </p:txBody>
      </p:sp>
      <p:cxnSp>
        <p:nvCxnSpPr>
          <p:cNvPr id="10" name="直接箭头连接符 9">
            <a:extLst>
              <a:ext uri="{FF2B5EF4-FFF2-40B4-BE49-F238E27FC236}">
                <a16:creationId xmlns:a16="http://schemas.microsoft.com/office/drawing/2014/main" id="{4925C11D-7332-D50C-1293-D78BDA6E8CE3}"/>
              </a:ext>
            </a:extLst>
          </p:cNvPr>
          <p:cNvCxnSpPr>
            <a:cxnSpLocks/>
            <a:stCxn id="3" idx="1"/>
            <a:endCxn id="2" idx="3"/>
          </p:cNvCxnSpPr>
          <p:nvPr/>
        </p:nvCxnSpPr>
        <p:spPr bwMode="auto">
          <a:xfrm flipV="1">
            <a:off x="1497842" y="5506872"/>
            <a:ext cx="897340" cy="4299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a:extLst>
              <a:ext uri="{FF2B5EF4-FFF2-40B4-BE49-F238E27FC236}">
                <a16:creationId xmlns:a16="http://schemas.microsoft.com/office/drawing/2014/main" id="{719BC29E-6BD2-3CB6-E687-9A1A6CAA06C4}"/>
              </a:ext>
            </a:extLst>
          </p:cNvPr>
          <p:cNvCxnSpPr>
            <a:cxnSpLocks/>
            <a:stCxn id="5" idx="1"/>
            <a:endCxn id="2" idx="3"/>
          </p:cNvCxnSpPr>
          <p:nvPr/>
        </p:nvCxnSpPr>
        <p:spPr bwMode="auto">
          <a:xfrm flipH="1" flipV="1">
            <a:off x="2395182" y="5506872"/>
            <a:ext cx="41512" cy="4299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B4FDD9C8-E532-0676-473A-8466AC951050}"/>
              </a:ext>
            </a:extLst>
          </p:cNvPr>
          <p:cNvCxnSpPr>
            <a:cxnSpLocks/>
            <a:stCxn id="6" idx="1"/>
            <a:endCxn id="2" idx="3"/>
          </p:cNvCxnSpPr>
          <p:nvPr/>
        </p:nvCxnSpPr>
        <p:spPr bwMode="auto">
          <a:xfrm flipH="1" flipV="1">
            <a:off x="2395182" y="5506872"/>
            <a:ext cx="1569493" cy="4299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文本框 18">
            <a:extLst>
              <a:ext uri="{FF2B5EF4-FFF2-40B4-BE49-F238E27FC236}">
                <a16:creationId xmlns:a16="http://schemas.microsoft.com/office/drawing/2014/main" id="{C50C7772-A9FF-CCF3-8F0A-EBB55B707B2C}"/>
              </a:ext>
            </a:extLst>
          </p:cNvPr>
          <p:cNvSpPr txBox="1"/>
          <p:nvPr/>
        </p:nvSpPr>
        <p:spPr>
          <a:xfrm>
            <a:off x="2903846" y="6042996"/>
            <a:ext cx="593677" cy="353943"/>
          </a:xfrm>
          <a:prstGeom prst="rect">
            <a:avLst/>
          </a:prstGeom>
          <a:noFill/>
        </p:spPr>
        <p:txBody>
          <a:bodyPr wrap="square" rtlCol="0">
            <a:spAutoFit/>
          </a:bodyPr>
          <a:lstStyle/>
          <a:p>
            <a:r>
              <a:rPr lang="en-US" altLang="zh-CN" dirty="0"/>
              <a:t> ……</a:t>
            </a:r>
            <a:endParaRPr lang="zh-CN" altLang="en-US" dirty="0"/>
          </a:p>
        </p:txBody>
      </p:sp>
      <p:grpSp>
        <p:nvGrpSpPr>
          <p:cNvPr id="31" name="组合 30">
            <a:extLst>
              <a:ext uri="{FF2B5EF4-FFF2-40B4-BE49-F238E27FC236}">
                <a16:creationId xmlns:a16="http://schemas.microsoft.com/office/drawing/2014/main" id="{3D5FA08F-CDFE-1BB7-86EE-9C65F4BCE564}"/>
              </a:ext>
            </a:extLst>
          </p:cNvPr>
          <p:cNvGrpSpPr/>
          <p:nvPr/>
        </p:nvGrpSpPr>
        <p:grpSpPr>
          <a:xfrm>
            <a:off x="5704197" y="4811930"/>
            <a:ext cx="2588644" cy="573205"/>
            <a:chOff x="5704197" y="4811930"/>
            <a:chExt cx="2588644" cy="573205"/>
          </a:xfrm>
        </p:grpSpPr>
        <p:sp>
          <p:nvSpPr>
            <p:cNvPr id="27" name="圆柱体 26">
              <a:extLst>
                <a:ext uri="{FF2B5EF4-FFF2-40B4-BE49-F238E27FC236}">
                  <a16:creationId xmlns:a16="http://schemas.microsoft.com/office/drawing/2014/main" id="{C85CA9AA-41F2-233B-545E-231551FC243B}"/>
                </a:ext>
              </a:extLst>
            </p:cNvPr>
            <p:cNvSpPr/>
            <p:nvPr/>
          </p:nvSpPr>
          <p:spPr bwMode="auto">
            <a:xfrm>
              <a:off x="5704197" y="4818753"/>
              <a:ext cx="403176"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a:t>
              </a:r>
              <a:r>
                <a:rPr kumimoji="0" lang="en-US" altLang="zh-CN" sz="1200" b="0" i="0" u="none" strike="noStrike" cap="none" normalizeH="0" baseline="0" dirty="0">
                  <a:ln>
                    <a:noFill/>
                  </a:ln>
                  <a:effectLst/>
                  <a:latin typeface="Arial" panose="020B0604020202020204" pitchFamily="34" charset="0"/>
                  <a:ea typeface="宋体" panose="02010600030101010101" pitchFamily="2" charset="-122"/>
                </a:rPr>
                <a:t>1</a:t>
              </a:r>
              <a:endParaRPr kumimoji="0" lang="zh-CN" altLang="en-US" sz="12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28" name="圆柱体 27">
              <a:extLst>
                <a:ext uri="{FF2B5EF4-FFF2-40B4-BE49-F238E27FC236}">
                  <a16:creationId xmlns:a16="http://schemas.microsoft.com/office/drawing/2014/main" id="{2CA108D6-0B82-8726-DCC8-EA83A56F4079}"/>
                </a:ext>
              </a:extLst>
            </p:cNvPr>
            <p:cNvSpPr/>
            <p:nvPr/>
          </p:nvSpPr>
          <p:spPr bwMode="auto">
            <a:xfrm>
              <a:off x="6510548" y="4811930"/>
              <a:ext cx="403176"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a:t>
              </a:r>
              <a:r>
                <a:rPr kumimoji="0" lang="en-US" altLang="zh-CN" sz="1200" b="0" i="0" u="none" strike="noStrike" cap="none" normalizeH="0" baseline="0" dirty="0">
                  <a:ln>
                    <a:noFill/>
                  </a:ln>
                  <a:effectLst/>
                  <a:latin typeface="Arial" panose="020B0604020202020204" pitchFamily="34" charset="0"/>
                  <a:ea typeface="宋体" panose="02010600030101010101" pitchFamily="2" charset="-122"/>
                </a:rPr>
                <a:t>2</a:t>
              </a:r>
              <a:endParaRPr kumimoji="0" lang="zh-CN" altLang="en-US" sz="12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29" name="圆柱体 28">
              <a:extLst>
                <a:ext uri="{FF2B5EF4-FFF2-40B4-BE49-F238E27FC236}">
                  <a16:creationId xmlns:a16="http://schemas.microsoft.com/office/drawing/2014/main" id="{B223AA2B-84B9-84AE-D4A8-DF18A4DA85AA}"/>
                </a:ext>
              </a:extLst>
            </p:cNvPr>
            <p:cNvSpPr/>
            <p:nvPr/>
          </p:nvSpPr>
          <p:spPr bwMode="auto">
            <a:xfrm>
              <a:off x="7889665" y="4818753"/>
              <a:ext cx="403176"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a:t>
              </a:r>
              <a:r>
                <a:rPr kumimoji="0" lang="en-US" altLang="zh-CN" sz="1200" b="0" i="0" u="none" strike="noStrike" cap="none" normalizeH="0" baseline="0" dirty="0">
                  <a:ln>
                    <a:noFill/>
                  </a:ln>
                  <a:effectLst/>
                  <a:latin typeface="Arial" panose="020B0604020202020204" pitchFamily="34" charset="0"/>
                  <a:ea typeface="宋体" panose="02010600030101010101" pitchFamily="2" charset="-122"/>
                </a:rPr>
                <a:t>N</a:t>
              </a:r>
              <a:endParaRPr kumimoji="0" lang="zh-CN" altLang="en-US" sz="12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30" name="文本框 29">
              <a:extLst>
                <a:ext uri="{FF2B5EF4-FFF2-40B4-BE49-F238E27FC236}">
                  <a16:creationId xmlns:a16="http://schemas.microsoft.com/office/drawing/2014/main" id="{A3F16344-830D-5E69-B356-E70FD841F97A}"/>
                </a:ext>
              </a:extLst>
            </p:cNvPr>
            <p:cNvSpPr txBox="1"/>
            <p:nvPr/>
          </p:nvSpPr>
          <p:spPr>
            <a:xfrm>
              <a:off x="7189651" y="4924972"/>
              <a:ext cx="593677" cy="353943"/>
            </a:xfrm>
            <a:prstGeom prst="rect">
              <a:avLst/>
            </a:prstGeom>
            <a:noFill/>
          </p:spPr>
          <p:txBody>
            <a:bodyPr wrap="square" rtlCol="0">
              <a:spAutoFit/>
            </a:bodyPr>
            <a:lstStyle/>
            <a:p>
              <a:r>
                <a:rPr lang="en-US" altLang="zh-CN" dirty="0"/>
                <a:t> ……</a:t>
              </a:r>
              <a:endParaRPr lang="zh-CN" altLang="en-US" dirty="0"/>
            </a:p>
          </p:txBody>
        </p:sp>
      </p:grpSp>
      <p:grpSp>
        <p:nvGrpSpPr>
          <p:cNvPr id="32" name="组合 31">
            <a:extLst>
              <a:ext uri="{FF2B5EF4-FFF2-40B4-BE49-F238E27FC236}">
                <a16:creationId xmlns:a16="http://schemas.microsoft.com/office/drawing/2014/main" id="{B689E8FE-C761-D469-2723-B1E0A8656A87}"/>
              </a:ext>
            </a:extLst>
          </p:cNvPr>
          <p:cNvGrpSpPr/>
          <p:nvPr/>
        </p:nvGrpSpPr>
        <p:grpSpPr>
          <a:xfrm>
            <a:off x="5670077" y="5936777"/>
            <a:ext cx="2588644" cy="573205"/>
            <a:chOff x="5704197" y="4811930"/>
            <a:chExt cx="2588644" cy="573205"/>
          </a:xfrm>
        </p:grpSpPr>
        <p:sp>
          <p:nvSpPr>
            <p:cNvPr id="33" name="圆柱体 32">
              <a:extLst>
                <a:ext uri="{FF2B5EF4-FFF2-40B4-BE49-F238E27FC236}">
                  <a16:creationId xmlns:a16="http://schemas.microsoft.com/office/drawing/2014/main" id="{E7A7D068-AE20-6E31-0E9F-26031480643A}"/>
                </a:ext>
              </a:extLst>
            </p:cNvPr>
            <p:cNvSpPr/>
            <p:nvPr/>
          </p:nvSpPr>
          <p:spPr bwMode="auto">
            <a:xfrm>
              <a:off x="5704197" y="4818753"/>
              <a:ext cx="403176"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a:t>
              </a:r>
              <a:r>
                <a:rPr kumimoji="0" lang="en-US" altLang="zh-CN" sz="1200" b="0" i="0" u="none" strike="noStrike" cap="none" normalizeH="0" baseline="0" dirty="0">
                  <a:ln>
                    <a:noFill/>
                  </a:ln>
                  <a:effectLst/>
                  <a:latin typeface="Arial" panose="020B0604020202020204" pitchFamily="34" charset="0"/>
                  <a:ea typeface="宋体" panose="02010600030101010101" pitchFamily="2" charset="-122"/>
                </a:rPr>
                <a:t>1</a:t>
              </a:r>
              <a:endParaRPr kumimoji="0" lang="zh-CN" altLang="en-US" sz="12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34" name="圆柱体 33">
              <a:extLst>
                <a:ext uri="{FF2B5EF4-FFF2-40B4-BE49-F238E27FC236}">
                  <a16:creationId xmlns:a16="http://schemas.microsoft.com/office/drawing/2014/main" id="{5ADD9B53-EAE5-4615-D9EE-6E6F4A6E2DCF}"/>
                </a:ext>
              </a:extLst>
            </p:cNvPr>
            <p:cNvSpPr/>
            <p:nvPr/>
          </p:nvSpPr>
          <p:spPr bwMode="auto">
            <a:xfrm>
              <a:off x="6510548" y="4811930"/>
              <a:ext cx="403176"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a:t>
              </a:r>
              <a:r>
                <a:rPr kumimoji="0" lang="en-US" altLang="zh-CN" sz="1200" b="0" i="0" u="none" strike="noStrike" cap="none" normalizeH="0" baseline="0" dirty="0">
                  <a:ln>
                    <a:noFill/>
                  </a:ln>
                  <a:effectLst/>
                  <a:latin typeface="Arial" panose="020B0604020202020204" pitchFamily="34" charset="0"/>
                  <a:ea typeface="宋体" panose="02010600030101010101" pitchFamily="2" charset="-122"/>
                </a:rPr>
                <a:t>2</a:t>
              </a:r>
              <a:endParaRPr kumimoji="0" lang="zh-CN" altLang="en-US" sz="12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35" name="圆柱体 34">
              <a:extLst>
                <a:ext uri="{FF2B5EF4-FFF2-40B4-BE49-F238E27FC236}">
                  <a16:creationId xmlns:a16="http://schemas.microsoft.com/office/drawing/2014/main" id="{B0DC6083-A73D-A617-AF0E-796ADD59E9FE}"/>
                </a:ext>
              </a:extLst>
            </p:cNvPr>
            <p:cNvSpPr/>
            <p:nvPr/>
          </p:nvSpPr>
          <p:spPr bwMode="auto">
            <a:xfrm>
              <a:off x="7889665" y="4818753"/>
              <a:ext cx="403176"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a:t>
              </a:r>
              <a:r>
                <a:rPr kumimoji="0" lang="en-US" altLang="zh-CN" sz="1200" b="0" i="0" u="none" strike="noStrike" cap="none" normalizeH="0" baseline="0" dirty="0">
                  <a:ln>
                    <a:noFill/>
                  </a:ln>
                  <a:effectLst/>
                  <a:latin typeface="Arial" panose="020B0604020202020204" pitchFamily="34" charset="0"/>
                  <a:ea typeface="宋体" panose="02010600030101010101" pitchFamily="2" charset="-122"/>
                </a:rPr>
                <a:t>N</a:t>
              </a:r>
              <a:endParaRPr kumimoji="0" lang="zh-CN" altLang="en-US" sz="12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36" name="文本框 35">
              <a:extLst>
                <a:ext uri="{FF2B5EF4-FFF2-40B4-BE49-F238E27FC236}">
                  <a16:creationId xmlns:a16="http://schemas.microsoft.com/office/drawing/2014/main" id="{78BA6011-395A-7164-9473-FE7FE58CB3FD}"/>
                </a:ext>
              </a:extLst>
            </p:cNvPr>
            <p:cNvSpPr txBox="1"/>
            <p:nvPr/>
          </p:nvSpPr>
          <p:spPr>
            <a:xfrm>
              <a:off x="7189651" y="4924972"/>
              <a:ext cx="593677" cy="353943"/>
            </a:xfrm>
            <a:prstGeom prst="rect">
              <a:avLst/>
            </a:prstGeom>
            <a:noFill/>
          </p:spPr>
          <p:txBody>
            <a:bodyPr wrap="square" rtlCol="0">
              <a:spAutoFit/>
            </a:bodyPr>
            <a:lstStyle/>
            <a:p>
              <a:r>
                <a:rPr lang="en-US" altLang="zh-CN" dirty="0"/>
                <a:t> ……</a:t>
              </a:r>
              <a:endParaRPr lang="zh-CN" altLang="en-US" dirty="0"/>
            </a:p>
          </p:txBody>
        </p:sp>
      </p:grpSp>
      <p:cxnSp>
        <p:nvCxnSpPr>
          <p:cNvPr id="38" name="直接箭头连接符 37">
            <a:extLst>
              <a:ext uri="{FF2B5EF4-FFF2-40B4-BE49-F238E27FC236}">
                <a16:creationId xmlns:a16="http://schemas.microsoft.com/office/drawing/2014/main" id="{050D2934-D66A-72BC-04B2-D8EC5A436291}"/>
              </a:ext>
            </a:extLst>
          </p:cNvPr>
          <p:cNvCxnSpPr>
            <a:stCxn id="33" idx="1"/>
            <a:endCxn id="27" idx="3"/>
          </p:cNvCxnSpPr>
          <p:nvPr/>
        </p:nvCxnSpPr>
        <p:spPr bwMode="auto">
          <a:xfrm flipV="1">
            <a:off x="5871665" y="5385135"/>
            <a:ext cx="34120" cy="558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a:extLst>
              <a:ext uri="{FF2B5EF4-FFF2-40B4-BE49-F238E27FC236}">
                <a16:creationId xmlns:a16="http://schemas.microsoft.com/office/drawing/2014/main" id="{0B0F62D1-11B8-016D-77CC-1BAFF0A6A98D}"/>
              </a:ext>
            </a:extLst>
          </p:cNvPr>
          <p:cNvCxnSpPr>
            <a:stCxn id="33" idx="1"/>
            <a:endCxn id="28" idx="3"/>
          </p:cNvCxnSpPr>
          <p:nvPr/>
        </p:nvCxnSpPr>
        <p:spPr bwMode="auto">
          <a:xfrm flipV="1">
            <a:off x="5871665" y="5378312"/>
            <a:ext cx="840471" cy="5652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a:extLst>
              <a:ext uri="{FF2B5EF4-FFF2-40B4-BE49-F238E27FC236}">
                <a16:creationId xmlns:a16="http://schemas.microsoft.com/office/drawing/2014/main" id="{8BF48016-ABA9-151C-4D43-BC63F4400139}"/>
              </a:ext>
            </a:extLst>
          </p:cNvPr>
          <p:cNvCxnSpPr>
            <a:stCxn id="33" idx="1"/>
            <a:endCxn id="29" idx="3"/>
          </p:cNvCxnSpPr>
          <p:nvPr/>
        </p:nvCxnSpPr>
        <p:spPr bwMode="auto">
          <a:xfrm flipV="1">
            <a:off x="5871665" y="5385135"/>
            <a:ext cx="2219588" cy="558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a:extLst>
              <a:ext uri="{FF2B5EF4-FFF2-40B4-BE49-F238E27FC236}">
                <a16:creationId xmlns:a16="http://schemas.microsoft.com/office/drawing/2014/main" id="{F6AAC363-4A75-4434-D98A-042CD5A30251}"/>
              </a:ext>
            </a:extLst>
          </p:cNvPr>
          <p:cNvCxnSpPr>
            <a:stCxn id="34" idx="1"/>
            <a:endCxn id="27" idx="3"/>
          </p:cNvCxnSpPr>
          <p:nvPr/>
        </p:nvCxnSpPr>
        <p:spPr bwMode="auto">
          <a:xfrm flipH="1" flipV="1">
            <a:off x="5905785" y="5385135"/>
            <a:ext cx="772231" cy="5516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59C43464-B083-9EF7-3DAA-4CA07D3DF9B9}"/>
              </a:ext>
            </a:extLst>
          </p:cNvPr>
          <p:cNvCxnSpPr>
            <a:stCxn id="34" idx="1"/>
            <a:endCxn id="28" idx="3"/>
          </p:cNvCxnSpPr>
          <p:nvPr/>
        </p:nvCxnSpPr>
        <p:spPr bwMode="auto">
          <a:xfrm flipV="1">
            <a:off x="6678016" y="5378312"/>
            <a:ext cx="34120" cy="558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直接箭头连接符 47">
            <a:extLst>
              <a:ext uri="{FF2B5EF4-FFF2-40B4-BE49-F238E27FC236}">
                <a16:creationId xmlns:a16="http://schemas.microsoft.com/office/drawing/2014/main" id="{BB588B96-9C3E-B862-2FD3-1B2B0997B85A}"/>
              </a:ext>
            </a:extLst>
          </p:cNvPr>
          <p:cNvCxnSpPr>
            <a:stCxn id="34" idx="1"/>
            <a:endCxn id="29" idx="3"/>
          </p:cNvCxnSpPr>
          <p:nvPr/>
        </p:nvCxnSpPr>
        <p:spPr bwMode="auto">
          <a:xfrm flipV="1">
            <a:off x="6678016" y="5385135"/>
            <a:ext cx="1413237" cy="5516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直接箭头连接符 49">
            <a:extLst>
              <a:ext uri="{FF2B5EF4-FFF2-40B4-BE49-F238E27FC236}">
                <a16:creationId xmlns:a16="http://schemas.microsoft.com/office/drawing/2014/main" id="{C7D9B4A4-58F3-E81C-782F-EB345AC12E0D}"/>
              </a:ext>
            </a:extLst>
          </p:cNvPr>
          <p:cNvCxnSpPr>
            <a:stCxn id="35" idx="1"/>
            <a:endCxn id="27" idx="3"/>
          </p:cNvCxnSpPr>
          <p:nvPr/>
        </p:nvCxnSpPr>
        <p:spPr bwMode="auto">
          <a:xfrm flipH="1" flipV="1">
            <a:off x="5905785" y="5385135"/>
            <a:ext cx="2151348" cy="558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接箭头连接符 51">
            <a:extLst>
              <a:ext uri="{FF2B5EF4-FFF2-40B4-BE49-F238E27FC236}">
                <a16:creationId xmlns:a16="http://schemas.microsoft.com/office/drawing/2014/main" id="{C0BC4E6C-2BEB-9660-B88B-33E2F3D103BB}"/>
              </a:ext>
            </a:extLst>
          </p:cNvPr>
          <p:cNvCxnSpPr>
            <a:stCxn id="35" idx="1"/>
            <a:endCxn id="28" idx="3"/>
          </p:cNvCxnSpPr>
          <p:nvPr/>
        </p:nvCxnSpPr>
        <p:spPr bwMode="auto">
          <a:xfrm flipH="1" flipV="1">
            <a:off x="6712136" y="5378312"/>
            <a:ext cx="1344997" cy="5652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直接箭头连接符 53">
            <a:extLst>
              <a:ext uri="{FF2B5EF4-FFF2-40B4-BE49-F238E27FC236}">
                <a16:creationId xmlns:a16="http://schemas.microsoft.com/office/drawing/2014/main" id="{4DC5E0B5-0AB0-7653-D9F2-CE923AFE232E}"/>
              </a:ext>
            </a:extLst>
          </p:cNvPr>
          <p:cNvCxnSpPr>
            <a:stCxn id="35" idx="1"/>
            <a:endCxn id="29" idx="3"/>
          </p:cNvCxnSpPr>
          <p:nvPr/>
        </p:nvCxnSpPr>
        <p:spPr bwMode="auto">
          <a:xfrm flipV="1">
            <a:off x="8057133" y="5385135"/>
            <a:ext cx="34120" cy="558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9" name="组合 58">
            <a:extLst>
              <a:ext uri="{FF2B5EF4-FFF2-40B4-BE49-F238E27FC236}">
                <a16:creationId xmlns:a16="http://schemas.microsoft.com/office/drawing/2014/main" id="{FCF66D2A-2105-F51D-357B-1F10A8EA6C33}"/>
              </a:ext>
            </a:extLst>
          </p:cNvPr>
          <p:cNvGrpSpPr/>
          <p:nvPr/>
        </p:nvGrpSpPr>
        <p:grpSpPr>
          <a:xfrm>
            <a:off x="9245791" y="4719130"/>
            <a:ext cx="2588644" cy="1824938"/>
            <a:chOff x="5704197" y="4811930"/>
            <a:chExt cx="2588644" cy="1824938"/>
          </a:xfrm>
        </p:grpSpPr>
        <p:sp>
          <p:nvSpPr>
            <p:cNvPr id="60" name="圆柱体 59">
              <a:extLst>
                <a:ext uri="{FF2B5EF4-FFF2-40B4-BE49-F238E27FC236}">
                  <a16:creationId xmlns:a16="http://schemas.microsoft.com/office/drawing/2014/main" id="{970B696C-8AC1-9FB6-B3E1-376AD1531E17}"/>
                </a:ext>
              </a:extLst>
            </p:cNvPr>
            <p:cNvSpPr/>
            <p:nvPr/>
          </p:nvSpPr>
          <p:spPr bwMode="auto">
            <a:xfrm>
              <a:off x="5704197" y="4818753"/>
              <a:ext cx="403176"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a:t>
              </a:r>
              <a:r>
                <a:rPr kumimoji="0" lang="en-US" altLang="zh-CN" sz="1200" b="0" i="0" u="none" strike="noStrike" cap="none" normalizeH="0" baseline="0" dirty="0">
                  <a:ln>
                    <a:noFill/>
                  </a:ln>
                  <a:effectLst/>
                  <a:latin typeface="Arial" panose="020B0604020202020204" pitchFamily="34" charset="0"/>
                  <a:ea typeface="宋体" panose="02010600030101010101" pitchFamily="2" charset="-122"/>
                </a:rPr>
                <a:t>1</a:t>
              </a:r>
              <a:endParaRPr kumimoji="0" lang="zh-CN" altLang="en-US" sz="12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61" name="圆柱体 60">
              <a:extLst>
                <a:ext uri="{FF2B5EF4-FFF2-40B4-BE49-F238E27FC236}">
                  <a16:creationId xmlns:a16="http://schemas.microsoft.com/office/drawing/2014/main" id="{D4C5519A-07DE-0A3E-A1C0-9D14B64955F4}"/>
                </a:ext>
              </a:extLst>
            </p:cNvPr>
            <p:cNvSpPr/>
            <p:nvPr/>
          </p:nvSpPr>
          <p:spPr bwMode="auto">
            <a:xfrm>
              <a:off x="6510548" y="4811930"/>
              <a:ext cx="403176"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a:t>
              </a:r>
              <a:r>
                <a:rPr kumimoji="0" lang="en-US" altLang="zh-CN" sz="1200" b="0" i="0" u="none" strike="noStrike" cap="none" normalizeH="0" baseline="0" dirty="0">
                  <a:ln>
                    <a:noFill/>
                  </a:ln>
                  <a:effectLst/>
                  <a:latin typeface="Arial" panose="020B0604020202020204" pitchFamily="34" charset="0"/>
                  <a:ea typeface="宋体" panose="02010600030101010101" pitchFamily="2" charset="-122"/>
                </a:rPr>
                <a:t>2</a:t>
              </a:r>
              <a:endParaRPr kumimoji="0" lang="zh-CN" altLang="en-US" sz="12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62" name="圆柱体 61">
              <a:extLst>
                <a:ext uri="{FF2B5EF4-FFF2-40B4-BE49-F238E27FC236}">
                  <a16:creationId xmlns:a16="http://schemas.microsoft.com/office/drawing/2014/main" id="{E2011195-C81D-CB03-6D9A-BE26D7DBD038}"/>
                </a:ext>
              </a:extLst>
            </p:cNvPr>
            <p:cNvSpPr/>
            <p:nvPr/>
          </p:nvSpPr>
          <p:spPr bwMode="auto">
            <a:xfrm>
              <a:off x="7889665" y="4818753"/>
              <a:ext cx="403176"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a:t>
              </a:r>
              <a:r>
                <a:rPr kumimoji="0" lang="en-US" altLang="zh-CN" sz="1200" b="0" i="0" u="none" strike="noStrike" cap="none" normalizeH="0" baseline="0" dirty="0">
                  <a:ln>
                    <a:noFill/>
                  </a:ln>
                  <a:effectLst/>
                  <a:latin typeface="Arial" panose="020B0604020202020204" pitchFamily="34" charset="0"/>
                  <a:ea typeface="宋体" panose="02010600030101010101" pitchFamily="2" charset="-122"/>
                </a:rPr>
                <a:t>N</a:t>
              </a:r>
              <a:endParaRPr kumimoji="0" lang="zh-CN" altLang="en-US" sz="1200" b="0" i="0" u="none" strike="noStrike" cap="none" normalizeH="0" baseline="0" dirty="0">
                <a:ln>
                  <a:noFill/>
                </a:ln>
                <a:effectLst/>
                <a:latin typeface="Arial" panose="020B0604020202020204" pitchFamily="34" charset="0"/>
                <a:ea typeface="宋体" panose="02010600030101010101" pitchFamily="2" charset="-122"/>
              </a:endParaRPr>
            </a:p>
          </p:txBody>
        </p:sp>
        <p:sp>
          <p:nvSpPr>
            <p:cNvPr id="63" name="文本框 62">
              <a:extLst>
                <a:ext uri="{FF2B5EF4-FFF2-40B4-BE49-F238E27FC236}">
                  <a16:creationId xmlns:a16="http://schemas.microsoft.com/office/drawing/2014/main" id="{BF030244-F130-DC7E-7907-848A5B4EB550}"/>
                </a:ext>
              </a:extLst>
            </p:cNvPr>
            <p:cNvSpPr txBox="1"/>
            <p:nvPr/>
          </p:nvSpPr>
          <p:spPr>
            <a:xfrm>
              <a:off x="7189651" y="4924972"/>
              <a:ext cx="593677" cy="353943"/>
            </a:xfrm>
            <a:prstGeom prst="rect">
              <a:avLst/>
            </a:prstGeom>
            <a:noFill/>
          </p:spPr>
          <p:txBody>
            <a:bodyPr wrap="square" rtlCol="0">
              <a:spAutoFit/>
            </a:bodyPr>
            <a:lstStyle/>
            <a:p>
              <a:r>
                <a:rPr lang="en-US" altLang="zh-CN" dirty="0"/>
                <a:t> ……</a:t>
              </a:r>
              <a:endParaRPr lang="zh-CN" altLang="en-US" dirty="0"/>
            </a:p>
          </p:txBody>
        </p:sp>
        <p:sp>
          <p:nvSpPr>
            <p:cNvPr id="64" name="圆柱体 63">
              <a:extLst>
                <a:ext uri="{FF2B5EF4-FFF2-40B4-BE49-F238E27FC236}">
                  <a16:creationId xmlns:a16="http://schemas.microsoft.com/office/drawing/2014/main" id="{F46CED46-7F3B-8CA2-5A77-EE2F19F24547}"/>
                </a:ext>
              </a:extLst>
            </p:cNvPr>
            <p:cNvSpPr/>
            <p:nvPr/>
          </p:nvSpPr>
          <p:spPr bwMode="auto">
            <a:xfrm>
              <a:off x="6786475" y="6070486"/>
              <a:ext cx="403176" cy="566382"/>
            </a:xfrm>
            <a:prstGeom prst="can">
              <a:avLst/>
            </a:prstGeom>
            <a:noFill/>
            <a:ln>
              <a:solidFill>
                <a:schemeClr val="tx1"/>
              </a:solidFill>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r>
                <a:rPr kumimoji="0" lang="en-US" altLang="zh-CN" sz="1800" b="0" i="0" u="none" strike="noStrike" cap="none" normalizeH="0" baseline="0" dirty="0">
                  <a:ln>
                    <a:noFill/>
                  </a:ln>
                  <a:effectLst/>
                  <a:latin typeface="Arial" panose="020B0604020202020204" pitchFamily="34" charset="0"/>
                  <a:ea typeface="宋体" panose="02010600030101010101" pitchFamily="2" charset="-122"/>
                </a:rPr>
                <a:t> s</a:t>
              </a:r>
              <a:endParaRPr kumimoji="0" lang="zh-CN" altLang="en-US" sz="1200" b="0" i="0" u="none" strike="noStrike" cap="none" normalizeH="0" baseline="0" dirty="0">
                <a:ln>
                  <a:noFill/>
                </a:ln>
                <a:effectLst/>
                <a:latin typeface="Arial" panose="020B0604020202020204" pitchFamily="34" charset="0"/>
                <a:ea typeface="宋体" panose="02010600030101010101" pitchFamily="2" charset="-122"/>
              </a:endParaRPr>
            </a:p>
          </p:txBody>
        </p:sp>
      </p:grpSp>
      <p:cxnSp>
        <p:nvCxnSpPr>
          <p:cNvPr id="66" name="直接箭头连接符 65">
            <a:extLst>
              <a:ext uri="{FF2B5EF4-FFF2-40B4-BE49-F238E27FC236}">
                <a16:creationId xmlns:a16="http://schemas.microsoft.com/office/drawing/2014/main" id="{0B888E6D-6207-FE57-9825-85F9B191AF30}"/>
              </a:ext>
            </a:extLst>
          </p:cNvPr>
          <p:cNvCxnSpPr>
            <a:stCxn id="64" idx="1"/>
            <a:endCxn id="60" idx="3"/>
          </p:cNvCxnSpPr>
          <p:nvPr/>
        </p:nvCxnSpPr>
        <p:spPr bwMode="auto">
          <a:xfrm flipH="1" flipV="1">
            <a:off x="9447379" y="5292335"/>
            <a:ext cx="1082278" cy="6853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直接箭头连接符 67">
            <a:extLst>
              <a:ext uri="{FF2B5EF4-FFF2-40B4-BE49-F238E27FC236}">
                <a16:creationId xmlns:a16="http://schemas.microsoft.com/office/drawing/2014/main" id="{9F319964-0BB3-9597-876C-A77EC769EF01}"/>
              </a:ext>
            </a:extLst>
          </p:cNvPr>
          <p:cNvCxnSpPr>
            <a:stCxn id="64" idx="1"/>
            <a:endCxn id="61" idx="3"/>
          </p:cNvCxnSpPr>
          <p:nvPr/>
        </p:nvCxnSpPr>
        <p:spPr bwMode="auto">
          <a:xfrm flipH="1" flipV="1">
            <a:off x="10253730" y="5285512"/>
            <a:ext cx="275927" cy="6921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直接箭头连接符 69">
            <a:extLst>
              <a:ext uri="{FF2B5EF4-FFF2-40B4-BE49-F238E27FC236}">
                <a16:creationId xmlns:a16="http://schemas.microsoft.com/office/drawing/2014/main" id="{F5F83870-7FA7-3CA9-A11A-62315F374489}"/>
              </a:ext>
            </a:extLst>
          </p:cNvPr>
          <p:cNvCxnSpPr>
            <a:stCxn id="64" idx="1"/>
            <a:endCxn id="62" idx="3"/>
          </p:cNvCxnSpPr>
          <p:nvPr/>
        </p:nvCxnSpPr>
        <p:spPr bwMode="auto">
          <a:xfrm flipV="1">
            <a:off x="10529657" y="5292335"/>
            <a:ext cx="1103190" cy="6853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38777744"/>
      </p:ext>
    </p:extLst>
  </p:cSld>
  <p:clrMapOvr>
    <a:masterClrMapping/>
  </p:clrMapOvr>
  <p:transition advClick="0" advTm="8000">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4309E-CFCD-F0A9-D411-D1134D6964A8}"/>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B4B432D3-983B-CDFE-1C98-BB237FC739EB}"/>
              </a:ext>
            </a:extLst>
          </p:cNvPr>
          <p:cNvSpPr txBox="1">
            <a:spLocks/>
          </p:cNvSpPr>
          <p:nvPr/>
        </p:nvSpPr>
        <p:spPr bwMode="auto">
          <a:xfrm>
            <a:off x="588469" y="23659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执行器（执行算子</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控制算子）</a:t>
            </a:r>
          </a:p>
        </p:txBody>
      </p:sp>
      <p:sp>
        <p:nvSpPr>
          <p:cNvPr id="7" name="文本框 6">
            <a:extLst>
              <a:ext uri="{FF2B5EF4-FFF2-40B4-BE49-F238E27FC236}">
                <a16:creationId xmlns:a16="http://schemas.microsoft.com/office/drawing/2014/main" id="{BB82AB73-D97A-AB66-4889-AEE0B20F363F}"/>
              </a:ext>
            </a:extLst>
          </p:cNvPr>
          <p:cNvSpPr txBox="1"/>
          <p:nvPr/>
        </p:nvSpPr>
        <p:spPr>
          <a:xfrm>
            <a:off x="928048" y="1344304"/>
            <a:ext cx="11894024" cy="444224"/>
          </a:xfrm>
          <a:prstGeom prst="rect">
            <a:avLst/>
          </a:prstGeom>
          <a:noFill/>
        </p:spPr>
        <p:txBody>
          <a:bodyPr wrap="square" rtlCol="0">
            <a:spAutoFit/>
          </a:bodyPr>
          <a:lstStyle/>
          <a:p>
            <a:pPr>
              <a:lnSpc>
                <a:spcPct val="150000"/>
              </a:lnSpc>
            </a:pPr>
            <a:r>
              <a:rPr lang="zh-CN" altLang="en-US" b="1" dirty="0"/>
              <a:t>控制算子</a:t>
            </a:r>
            <a:r>
              <a:rPr lang="zh-CN" altLang="en-US" dirty="0"/>
              <a:t>用于实现特殊的执行流程</a:t>
            </a:r>
          </a:p>
        </p:txBody>
      </p:sp>
      <p:graphicFrame>
        <p:nvGraphicFramePr>
          <p:cNvPr id="8" name="表格 7">
            <a:extLst>
              <a:ext uri="{FF2B5EF4-FFF2-40B4-BE49-F238E27FC236}">
                <a16:creationId xmlns:a16="http://schemas.microsoft.com/office/drawing/2014/main" id="{8F7C2C15-F7B1-A522-AEAE-53AEA346D928}"/>
              </a:ext>
            </a:extLst>
          </p:cNvPr>
          <p:cNvGraphicFramePr>
            <a:graphicFrameLocks noGrp="1"/>
          </p:cNvGraphicFramePr>
          <p:nvPr>
            <p:extLst>
              <p:ext uri="{D42A27DB-BD31-4B8C-83A1-F6EECF244321}">
                <p14:modId xmlns:p14="http://schemas.microsoft.com/office/powerpoint/2010/main" val="559478942"/>
              </p:ext>
            </p:extLst>
          </p:nvPr>
        </p:nvGraphicFramePr>
        <p:xfrm>
          <a:off x="1555845" y="2479230"/>
          <a:ext cx="11477767" cy="3857560"/>
        </p:xfrm>
        <a:graphic>
          <a:graphicData uri="http://schemas.openxmlformats.org/drawingml/2006/table">
            <a:tbl>
              <a:tblPr firstRow="1" bandRow="1">
                <a:tableStyleId>{00A15C55-8517-42AA-B614-E9B94910E393}</a:tableStyleId>
              </a:tblPr>
              <a:tblGrid>
                <a:gridCol w="1890215">
                  <a:extLst>
                    <a:ext uri="{9D8B030D-6E8A-4147-A177-3AD203B41FA5}">
                      <a16:colId xmlns:a16="http://schemas.microsoft.com/office/drawing/2014/main" val="4141651714"/>
                    </a:ext>
                  </a:extLst>
                </a:gridCol>
                <a:gridCol w="2730953">
                  <a:extLst>
                    <a:ext uri="{9D8B030D-6E8A-4147-A177-3AD203B41FA5}">
                      <a16:colId xmlns:a16="http://schemas.microsoft.com/office/drawing/2014/main" val="1233139902"/>
                    </a:ext>
                  </a:extLst>
                </a:gridCol>
                <a:gridCol w="6856599">
                  <a:extLst>
                    <a:ext uri="{9D8B030D-6E8A-4147-A177-3AD203B41FA5}">
                      <a16:colId xmlns:a16="http://schemas.microsoft.com/office/drawing/2014/main" val="1533596923"/>
                    </a:ext>
                  </a:extLst>
                </a:gridCol>
              </a:tblGrid>
              <a:tr h="539864">
                <a:tc>
                  <a:txBody>
                    <a:bodyPr/>
                    <a:lstStyle/>
                    <a:p>
                      <a:pPr algn="ctr"/>
                      <a:r>
                        <a:rPr lang="zh-CN" altLang="en-US" sz="2000" dirty="0">
                          <a:solidFill>
                            <a:schemeClr val="tx1"/>
                          </a:solidFill>
                        </a:rPr>
                        <a:t>算子类型</a:t>
                      </a:r>
                      <a:endParaRPr lang="zh-CN" altLang="en-US" sz="2000" dirty="0">
                        <a:solidFill>
                          <a:schemeClr val="tx1"/>
                        </a:solidFill>
                        <a:latin typeface="微软雅黑" panose="020B0503020204020204" pitchFamily="34" charset="-122"/>
                        <a:ea typeface="微软雅黑" panose="020B0503020204020204" pitchFamily="34" charset="-122"/>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2000" dirty="0">
                          <a:solidFill>
                            <a:schemeClr val="tx1"/>
                          </a:solidFill>
                        </a:rPr>
                        <a:t>含义</a:t>
                      </a:r>
                      <a:endParaRPr lang="zh-CN" altLang="en-US" sz="2000" dirty="0">
                        <a:solidFill>
                          <a:schemeClr val="tx1"/>
                        </a:solidFill>
                        <a:latin typeface="微软雅黑" panose="020B0503020204020204" pitchFamily="34" charset="-122"/>
                        <a:ea typeface="微软雅黑" panose="020B0503020204020204" pitchFamily="34" charset="-122"/>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2000" dirty="0">
                          <a:solidFill>
                            <a:schemeClr val="tx1"/>
                          </a:solidFill>
                        </a:rPr>
                        <a:t>场景</a:t>
                      </a:r>
                      <a:endParaRPr lang="zh-CN" altLang="en-US" sz="2000" dirty="0">
                        <a:solidFill>
                          <a:schemeClr val="tx1"/>
                        </a:solidFill>
                        <a:latin typeface="微软雅黑" panose="020B0503020204020204" pitchFamily="34" charset="-122"/>
                        <a:ea typeface="微软雅黑" panose="020B0503020204020204" pitchFamily="34" charset="-122"/>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03740016"/>
                  </a:ext>
                </a:extLst>
              </a:tr>
              <a:tr h="539864">
                <a:tc>
                  <a:txBody>
                    <a:bodyPr/>
                    <a:lstStyle/>
                    <a:p>
                      <a:r>
                        <a:rPr lang="en-US" altLang="zh-CN" sz="1600" dirty="0"/>
                        <a:t>Result</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t>顺序扫描行存储引擎</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t>处理仅需一次计算的条件表达式或</a:t>
                      </a:r>
                      <a:r>
                        <a:rPr lang="en-US" altLang="zh-CN" sz="1600" dirty="0"/>
                        <a:t>INSERT</a:t>
                      </a:r>
                      <a:r>
                        <a:rPr lang="zh-CN" altLang="en-US" sz="1600" dirty="0"/>
                        <a:t>中的</a:t>
                      </a:r>
                      <a:r>
                        <a:rPr lang="en-US" altLang="zh-CN" sz="1600" dirty="0"/>
                        <a:t>Value</a:t>
                      </a:r>
                      <a:r>
                        <a:rPr lang="zh-CN" altLang="en-US" sz="1600" dirty="0"/>
                        <a:t>子句</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7431556"/>
                  </a:ext>
                </a:extLst>
              </a:tr>
              <a:tr h="539864">
                <a:tc>
                  <a:txBody>
                    <a:bodyPr/>
                    <a:lstStyle/>
                    <a:p>
                      <a:r>
                        <a:rPr lang="en-US" altLang="zh-CN" sz="1600" dirty="0" err="1"/>
                        <a:t>ModifyTable</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600" dirty="0"/>
                        <a:t>INSERT/UPDATE/DELETE</a:t>
                      </a:r>
                      <a:r>
                        <a:rPr lang="zh-CN" altLang="en-US" sz="1600" dirty="0"/>
                        <a:t>操作算子</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t>插入、更新、删除</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8280909"/>
                  </a:ext>
                </a:extLst>
              </a:tr>
              <a:tr h="539864">
                <a:tc>
                  <a:txBody>
                    <a:bodyPr/>
                    <a:lstStyle/>
                    <a:p>
                      <a:r>
                        <a:rPr lang="en-US" altLang="zh-CN" sz="1600" dirty="0"/>
                        <a:t>Append</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t>多个关系集合的追加操作</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600" dirty="0"/>
                        <a:t>UNION</a:t>
                      </a:r>
                      <a:r>
                        <a:rPr lang="zh-CN" altLang="en-US" sz="1600" dirty="0"/>
                        <a:t>、</a:t>
                      </a:r>
                      <a:r>
                        <a:rPr lang="en-US" altLang="zh-CN" sz="1600" dirty="0"/>
                        <a:t>UNION ALL</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8419274"/>
                  </a:ext>
                </a:extLst>
              </a:tr>
              <a:tr h="539864">
                <a:tc>
                  <a:txBody>
                    <a:bodyPr/>
                    <a:lstStyle/>
                    <a:p>
                      <a:r>
                        <a:rPr lang="en-US" altLang="zh-CN" sz="1600" dirty="0" err="1"/>
                        <a:t>MergeAppend</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t>多个有序关系集合的追加操作</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600" dirty="0"/>
                        <a:t>UNION</a:t>
                      </a:r>
                      <a:r>
                        <a:rPr lang="zh-CN" altLang="en-US" sz="1600" dirty="0"/>
                        <a:t>、继承表</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5097234"/>
                  </a:ext>
                </a:extLst>
              </a:tr>
              <a:tr h="539864">
                <a:tc>
                  <a:txBody>
                    <a:bodyPr/>
                    <a:lstStyle/>
                    <a:p>
                      <a:r>
                        <a:rPr lang="en-US" altLang="zh-CN" sz="1600" dirty="0" err="1"/>
                        <a:t>RecursiveUnion</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t>执行</a:t>
                      </a:r>
                      <a:r>
                        <a:rPr lang="en-US" altLang="zh-CN" sz="1600" dirty="0" err="1"/>
                        <a:t>RecursiveUnion</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t>用于处理</a:t>
                      </a:r>
                      <a:r>
                        <a:rPr lang="en-US" altLang="zh-CN" sz="1600" dirty="0"/>
                        <a:t>WITH RECURSIVE</a:t>
                      </a:r>
                      <a:r>
                        <a:rPr lang="zh-CN" altLang="en-US" sz="1600" dirty="0"/>
                        <a:t>递归查询</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3822394"/>
                  </a:ext>
                </a:extLst>
              </a:tr>
              <a:tr h="539864">
                <a:tc>
                  <a:txBody>
                    <a:bodyPr/>
                    <a:lstStyle/>
                    <a:p>
                      <a:r>
                        <a:rPr lang="en-US" altLang="zh-CN" sz="1600" dirty="0"/>
                        <a:t>Limit</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t>处理</a:t>
                      </a:r>
                      <a:r>
                        <a:rPr lang="en-US" altLang="zh-CN" sz="1600" dirty="0"/>
                        <a:t>LIMIT</a:t>
                      </a:r>
                      <a:r>
                        <a:rPr lang="zh-CN" altLang="en-US" sz="1600" dirty="0"/>
                        <a:t>子句</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600" dirty="0"/>
                        <a:t>OFFSET ….</a:t>
                      </a:r>
                      <a:r>
                        <a:rPr lang="zh-CN" altLang="en-US" sz="1600" dirty="0"/>
                        <a:t> </a:t>
                      </a:r>
                      <a:r>
                        <a:rPr lang="en-US" altLang="zh-CN" sz="1600" dirty="0"/>
                        <a:t>LIMIT</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4132536"/>
                  </a:ext>
                </a:extLst>
              </a:tr>
            </a:tbl>
          </a:graphicData>
        </a:graphic>
      </p:graphicFrame>
    </p:spTree>
    <p:extLst>
      <p:ext uri="{BB962C8B-B14F-4D97-AF65-F5344CB8AC3E}">
        <p14:creationId xmlns:p14="http://schemas.microsoft.com/office/powerpoint/2010/main" val="1130819368"/>
      </p:ext>
    </p:extLst>
  </p:cSld>
  <p:clrMapOvr>
    <a:masterClrMapping/>
  </p:clrMapOvr>
  <p:transition advClick="0" advTm="8000">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AD062-1B80-64E5-F5BC-C8A19F86233C}"/>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254C5A43-8B3E-CAF7-8DDA-CE539E6047DE}"/>
              </a:ext>
            </a:extLst>
          </p:cNvPr>
          <p:cNvSpPr txBox="1">
            <a:spLocks/>
          </p:cNvSpPr>
          <p:nvPr/>
        </p:nvSpPr>
        <p:spPr bwMode="auto">
          <a:xfrm>
            <a:off x="588469" y="23659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执行器（执行算子</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扫描算子）</a:t>
            </a:r>
          </a:p>
        </p:txBody>
      </p:sp>
      <p:sp>
        <p:nvSpPr>
          <p:cNvPr id="7" name="文本框 6">
            <a:extLst>
              <a:ext uri="{FF2B5EF4-FFF2-40B4-BE49-F238E27FC236}">
                <a16:creationId xmlns:a16="http://schemas.microsoft.com/office/drawing/2014/main" id="{E6DE8765-B232-28DD-C4DF-F577A09240C7}"/>
              </a:ext>
            </a:extLst>
          </p:cNvPr>
          <p:cNvSpPr txBox="1"/>
          <p:nvPr/>
        </p:nvSpPr>
        <p:spPr>
          <a:xfrm>
            <a:off x="928048" y="1344304"/>
            <a:ext cx="11894024" cy="442685"/>
          </a:xfrm>
          <a:prstGeom prst="rect">
            <a:avLst/>
          </a:prstGeom>
          <a:noFill/>
        </p:spPr>
        <p:txBody>
          <a:bodyPr wrap="square" rtlCol="0">
            <a:spAutoFit/>
          </a:bodyPr>
          <a:lstStyle/>
          <a:p>
            <a:pPr>
              <a:lnSpc>
                <a:spcPct val="150000"/>
              </a:lnSpc>
            </a:pPr>
            <a:r>
              <a:rPr lang="zh-CN" altLang="en-US" b="1" dirty="0"/>
              <a:t>扫描算子</a:t>
            </a:r>
            <a:r>
              <a:rPr lang="zh-CN" altLang="en-US" dirty="0"/>
              <a:t>普遍存在于查询计划树的叶子节点，它不仅可以扫描表，而且可以扫描函数的结果集、链表结构、子查询结果集等。</a:t>
            </a:r>
          </a:p>
        </p:txBody>
      </p:sp>
      <p:graphicFrame>
        <p:nvGraphicFramePr>
          <p:cNvPr id="8" name="表格 7">
            <a:extLst>
              <a:ext uri="{FF2B5EF4-FFF2-40B4-BE49-F238E27FC236}">
                <a16:creationId xmlns:a16="http://schemas.microsoft.com/office/drawing/2014/main" id="{34A4BA5C-399C-C8D0-6EC1-CAA6930A2375}"/>
              </a:ext>
            </a:extLst>
          </p:cNvPr>
          <p:cNvGraphicFramePr>
            <a:graphicFrameLocks noGrp="1"/>
          </p:cNvGraphicFramePr>
          <p:nvPr>
            <p:extLst>
              <p:ext uri="{D42A27DB-BD31-4B8C-83A1-F6EECF244321}">
                <p14:modId xmlns:p14="http://schemas.microsoft.com/office/powerpoint/2010/main" val="3007978449"/>
              </p:ext>
            </p:extLst>
          </p:nvPr>
        </p:nvGraphicFramePr>
        <p:xfrm>
          <a:off x="928048" y="2348709"/>
          <a:ext cx="12412640" cy="3833475"/>
        </p:xfrm>
        <a:graphic>
          <a:graphicData uri="http://schemas.openxmlformats.org/drawingml/2006/table">
            <a:tbl>
              <a:tblPr firstRow="1" bandRow="1">
                <a:tableStyleId>{00A15C55-8517-42AA-B614-E9B94910E393}</a:tableStyleId>
              </a:tblPr>
              <a:tblGrid>
                <a:gridCol w="1658203">
                  <a:extLst>
                    <a:ext uri="{9D8B030D-6E8A-4147-A177-3AD203B41FA5}">
                      <a16:colId xmlns:a16="http://schemas.microsoft.com/office/drawing/2014/main" val="4141651714"/>
                    </a:ext>
                  </a:extLst>
                </a:gridCol>
                <a:gridCol w="2033516">
                  <a:extLst>
                    <a:ext uri="{9D8B030D-6E8A-4147-A177-3AD203B41FA5}">
                      <a16:colId xmlns:a16="http://schemas.microsoft.com/office/drawing/2014/main" val="1233139902"/>
                    </a:ext>
                  </a:extLst>
                </a:gridCol>
                <a:gridCol w="8720921">
                  <a:extLst>
                    <a:ext uri="{9D8B030D-6E8A-4147-A177-3AD203B41FA5}">
                      <a16:colId xmlns:a16="http://schemas.microsoft.com/office/drawing/2014/main" val="1533596923"/>
                    </a:ext>
                  </a:extLst>
                </a:gridCol>
              </a:tblGrid>
              <a:tr h="357822">
                <a:tc>
                  <a:txBody>
                    <a:bodyPr/>
                    <a:lstStyle/>
                    <a:p>
                      <a:pPr algn="ctr"/>
                      <a:r>
                        <a:rPr lang="zh-CN" altLang="en-US" sz="1800" dirty="0">
                          <a:solidFill>
                            <a:schemeClr val="tx1"/>
                          </a:solidFill>
                        </a:rPr>
                        <a:t>算子类型</a:t>
                      </a:r>
                      <a:endParaRPr lang="zh-CN" altLang="en-US" sz="1800" dirty="0">
                        <a:solidFill>
                          <a:schemeClr val="tx1"/>
                        </a:solidFill>
                        <a:latin typeface="微软雅黑" panose="020B0503020204020204" pitchFamily="34" charset="-122"/>
                        <a:ea typeface="微软雅黑" panose="020B0503020204020204" pitchFamily="34" charset="-122"/>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800" dirty="0">
                          <a:solidFill>
                            <a:schemeClr val="tx1"/>
                          </a:solidFill>
                        </a:rPr>
                        <a:t>含义</a:t>
                      </a:r>
                      <a:endParaRPr lang="zh-CN" altLang="en-US" sz="1800" dirty="0">
                        <a:solidFill>
                          <a:schemeClr val="tx1"/>
                        </a:solidFill>
                        <a:latin typeface="微软雅黑" panose="020B0503020204020204" pitchFamily="34" charset="-122"/>
                        <a:ea typeface="微软雅黑" panose="020B0503020204020204" pitchFamily="34" charset="-122"/>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800" dirty="0">
                          <a:solidFill>
                            <a:schemeClr val="tx1"/>
                          </a:solidFill>
                        </a:rPr>
                        <a:t>场景</a:t>
                      </a:r>
                      <a:endParaRPr lang="zh-CN" altLang="en-US" sz="1800" dirty="0">
                        <a:solidFill>
                          <a:schemeClr val="tx1"/>
                        </a:solidFill>
                        <a:latin typeface="微软雅黑" panose="020B0503020204020204" pitchFamily="34" charset="-122"/>
                        <a:ea typeface="微软雅黑" panose="020B0503020204020204" pitchFamily="34" charset="-122"/>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03740016"/>
                  </a:ext>
                </a:extLst>
              </a:tr>
              <a:tr h="357822">
                <a:tc>
                  <a:txBody>
                    <a:bodyPr/>
                    <a:lstStyle/>
                    <a:p>
                      <a:r>
                        <a:rPr lang="en-US" altLang="zh-CN" sz="1600" dirty="0" err="1"/>
                        <a:t>SeqScan</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latin typeface="+mn-ea"/>
                          <a:ea typeface="+mn-ea"/>
                        </a:rPr>
                        <a:t>顺序扫描行存储引擎</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dirty="0">
                          <a:latin typeface="+mn-ea"/>
                          <a:ea typeface="+mn-ea"/>
                        </a:rPr>
                        <a:t>基本的扫描算子，用于扫描普通物理行存表（没有索引辅助的顺序扫描）</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7431556"/>
                  </a:ext>
                </a:extLst>
              </a:tr>
              <a:tr h="383841">
                <a:tc>
                  <a:txBody>
                    <a:bodyPr/>
                    <a:lstStyle/>
                    <a:p>
                      <a:r>
                        <a:rPr lang="en-US" altLang="zh-CN" sz="1600" dirty="0" err="1"/>
                        <a:t>BitmapHeapScan</a:t>
                      </a:r>
                      <a:endParaRPr lang="en-US" altLang="zh-CN" sz="1600" dirty="0"/>
                    </a:p>
                    <a:p>
                      <a:r>
                        <a:rPr lang="en-US" altLang="zh-CN" sz="1600" dirty="0" err="1"/>
                        <a:t>BitmapIndexScan</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latin typeface="+mn-ea"/>
                          <a:ea typeface="+mn-ea"/>
                        </a:rPr>
                        <a:t>利用</a:t>
                      </a:r>
                      <a:r>
                        <a:rPr lang="en-US" altLang="zh-CN" sz="1600" dirty="0">
                          <a:latin typeface="+mn-ea"/>
                          <a:ea typeface="+mn-ea"/>
                        </a:rPr>
                        <a:t>bitmap</a:t>
                      </a:r>
                      <a:r>
                        <a:rPr lang="zh-CN" altLang="en-US" sz="1600" dirty="0">
                          <a:latin typeface="+mn-ea"/>
                          <a:ea typeface="+mn-ea"/>
                        </a:rPr>
                        <a:t>获取元组</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mn-ea"/>
                          <a:ea typeface="+mn-ea"/>
                        </a:rPr>
                        <a:t>Bitmap</a:t>
                      </a:r>
                      <a:r>
                        <a:rPr lang="zh-CN" altLang="en-US" sz="1400" dirty="0">
                          <a:latin typeface="+mn-ea"/>
                          <a:ea typeface="+mn-ea"/>
                        </a:rPr>
                        <a:t>利用属性上的索引进行扫描，返回结果集为一个位图（标记了满足条件的元组在页面的偏移量）</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8280909"/>
                  </a:ext>
                </a:extLst>
              </a:tr>
              <a:tr h="357822">
                <a:tc>
                  <a:txBody>
                    <a:bodyPr/>
                    <a:lstStyle/>
                    <a:p>
                      <a:r>
                        <a:rPr lang="en-US" altLang="zh-CN" sz="1600" dirty="0" err="1"/>
                        <a:t>TidScan</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latin typeface="+mn-ea"/>
                          <a:ea typeface="+mn-ea"/>
                        </a:rPr>
                        <a:t>通过</a:t>
                      </a:r>
                      <a:r>
                        <a:rPr lang="en-US" altLang="zh-CN" sz="1600" dirty="0" err="1">
                          <a:latin typeface="+mn-ea"/>
                          <a:ea typeface="+mn-ea"/>
                        </a:rPr>
                        <a:t>Tid</a:t>
                      </a:r>
                      <a:r>
                        <a:rPr lang="zh-CN" altLang="en-US" sz="1600" dirty="0">
                          <a:latin typeface="+mn-ea"/>
                          <a:ea typeface="+mn-ea"/>
                        </a:rPr>
                        <a:t>获取元组</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dirty="0">
                          <a:latin typeface="+mn-ea"/>
                          <a:ea typeface="+mn-ea"/>
                        </a:rPr>
                        <a:t>通过对表的</a:t>
                      </a:r>
                      <a:r>
                        <a:rPr lang="en-US" altLang="zh-CN" sz="1400" dirty="0" err="1">
                          <a:latin typeface="+mn-ea"/>
                          <a:ea typeface="+mn-ea"/>
                        </a:rPr>
                        <a:t>ctid</a:t>
                      </a:r>
                      <a:r>
                        <a:rPr lang="zh-CN" altLang="en-US" sz="1400" dirty="0">
                          <a:latin typeface="+mn-ea"/>
                          <a:ea typeface="+mn-ea"/>
                        </a:rPr>
                        <a:t>字段进行过滤查找</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8419274"/>
                  </a:ext>
                </a:extLst>
              </a:tr>
              <a:tr h="383841">
                <a:tc>
                  <a:txBody>
                    <a:bodyPr/>
                    <a:lstStyle/>
                    <a:p>
                      <a:r>
                        <a:rPr lang="en-US" altLang="zh-CN" sz="1600" dirty="0" err="1"/>
                        <a:t>IndexScan</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latin typeface="+mn-ea"/>
                          <a:ea typeface="+mn-ea"/>
                        </a:rPr>
                        <a:t>索引扫描</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dirty="0">
                          <a:latin typeface="+mn-ea"/>
                          <a:ea typeface="+mn-ea"/>
                        </a:rPr>
                        <a:t>选择条件涉及的属性上建立了索引，并且用索引进行查询的快速定位</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5097234"/>
                  </a:ext>
                </a:extLst>
              </a:tr>
              <a:tr h="357822">
                <a:tc>
                  <a:txBody>
                    <a:bodyPr/>
                    <a:lstStyle/>
                    <a:p>
                      <a:r>
                        <a:rPr lang="en-US" altLang="zh-CN" sz="1600" dirty="0" err="1"/>
                        <a:t>IndexOnlyScan</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latin typeface="+mn-ea"/>
                          <a:ea typeface="+mn-ea"/>
                        </a:rPr>
                        <a:t>直接从索引返回元组</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dirty="0">
                          <a:latin typeface="+mn-ea"/>
                          <a:ea typeface="+mn-ea"/>
                        </a:rPr>
                        <a:t>索引列完全覆盖查询的</a:t>
                      </a:r>
                      <a:r>
                        <a:rPr lang="en-US" altLang="zh-CN" sz="1400" dirty="0" err="1">
                          <a:latin typeface="+mn-ea"/>
                          <a:ea typeface="+mn-ea"/>
                        </a:rPr>
                        <a:t>targetlist</a:t>
                      </a:r>
                      <a:r>
                        <a:rPr lang="zh-CN" altLang="en-US" sz="1400" dirty="0">
                          <a:latin typeface="+mn-ea"/>
                          <a:ea typeface="+mn-ea"/>
                        </a:rPr>
                        <a:t>，在该场景下可以直接从</a:t>
                      </a:r>
                      <a:r>
                        <a:rPr lang="en-US" altLang="zh-CN" sz="1400" dirty="0">
                          <a:latin typeface="+mn-ea"/>
                          <a:ea typeface="+mn-ea"/>
                        </a:rPr>
                        <a:t>index</a:t>
                      </a:r>
                      <a:r>
                        <a:rPr lang="zh-CN" altLang="en-US" sz="1400" dirty="0">
                          <a:latin typeface="+mn-ea"/>
                          <a:ea typeface="+mn-ea"/>
                        </a:rPr>
                        <a:t>返回结果，无需再次访问基表</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3822394"/>
                  </a:ext>
                </a:extLst>
              </a:tr>
              <a:tr h="357822">
                <a:tc>
                  <a:txBody>
                    <a:bodyPr/>
                    <a:lstStyle/>
                    <a:p>
                      <a:r>
                        <a:rPr lang="en-US" altLang="zh-CN" sz="1600" dirty="0" err="1"/>
                        <a:t>ForgeinScan</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latin typeface="+mn-ea"/>
                          <a:ea typeface="+mn-ea"/>
                        </a:rPr>
                        <a:t>外表扫描</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dirty="0">
                          <a:latin typeface="+mn-ea"/>
                          <a:ea typeface="+mn-ea"/>
                        </a:rPr>
                        <a:t>查询基于外部数据源的外部表</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4132536"/>
                  </a:ext>
                </a:extLst>
              </a:tr>
              <a:tr h="357822">
                <a:tc>
                  <a:txBody>
                    <a:bodyPr/>
                    <a:lstStyle/>
                    <a:p>
                      <a:r>
                        <a:rPr lang="en-US" altLang="zh-CN" sz="1600" dirty="0" err="1"/>
                        <a:t>ValueScan</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latin typeface="+mn-ea"/>
                          <a:ea typeface="+mn-ea"/>
                        </a:rPr>
                        <a:t>扫描</a:t>
                      </a:r>
                      <a:r>
                        <a:rPr lang="en-US" altLang="zh-CN" sz="1600" dirty="0">
                          <a:latin typeface="+mn-ea"/>
                          <a:ea typeface="+mn-ea"/>
                        </a:rPr>
                        <a:t>value</a:t>
                      </a:r>
                      <a:r>
                        <a:rPr lang="zh-CN" altLang="en-US" sz="1600" dirty="0">
                          <a:latin typeface="+mn-ea"/>
                          <a:ea typeface="+mn-ea"/>
                        </a:rPr>
                        <a:t>列表</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dirty="0">
                          <a:latin typeface="+mn-ea"/>
                          <a:ea typeface="+mn-ea"/>
                        </a:rPr>
                        <a:t>对</a:t>
                      </a:r>
                      <a:r>
                        <a:rPr lang="en-US" altLang="zh-CN" sz="1400" dirty="0">
                          <a:latin typeface="+mn-ea"/>
                          <a:ea typeface="+mn-ea"/>
                        </a:rPr>
                        <a:t>VALUES()</a:t>
                      </a:r>
                      <a:r>
                        <a:rPr lang="zh-CN" altLang="en-US" sz="1400" dirty="0">
                          <a:latin typeface="+mn-ea"/>
                          <a:ea typeface="+mn-ea"/>
                        </a:rPr>
                        <a:t>子句中给出的元组集合进行扫描</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2041992"/>
                  </a:ext>
                </a:extLst>
              </a:tr>
              <a:tr h="357822">
                <a:tc>
                  <a:txBody>
                    <a:bodyPr/>
                    <a:lstStyle/>
                    <a:p>
                      <a:r>
                        <a:rPr lang="en-US" altLang="zh-CN" sz="1600" dirty="0" err="1"/>
                        <a:t>SubQueryScan</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latin typeface="+mn-ea"/>
                          <a:ea typeface="+mn-ea"/>
                        </a:rPr>
                        <a:t>子查询扫描</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dirty="0">
                          <a:latin typeface="+mn-ea"/>
                          <a:ea typeface="+mn-ea"/>
                        </a:rPr>
                        <a:t>以另一个子查询的结果集作为当前查询的输入</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73212904"/>
                  </a:ext>
                </a:extLst>
              </a:tr>
              <a:tr h="357822">
                <a:tc>
                  <a:txBody>
                    <a:bodyPr/>
                    <a:lstStyle/>
                    <a:p>
                      <a:r>
                        <a:rPr lang="en-US" altLang="zh-CN" sz="1600" dirty="0" err="1"/>
                        <a:t>CteScan</a:t>
                      </a:r>
                      <a:endParaRPr lang="zh-CN" alt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600" dirty="0" err="1">
                          <a:latin typeface="+mn-ea"/>
                          <a:ea typeface="+mn-ea"/>
                        </a:rPr>
                        <a:t>Cte</a:t>
                      </a:r>
                      <a:r>
                        <a:rPr lang="zh-CN" altLang="en-US" sz="1600" dirty="0">
                          <a:latin typeface="+mn-ea"/>
                          <a:ea typeface="+mn-ea"/>
                        </a:rPr>
                        <a:t>扫描</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dirty="0">
                          <a:latin typeface="+mn-ea"/>
                          <a:ea typeface="+mn-ea"/>
                        </a:rPr>
                        <a:t>将</a:t>
                      </a:r>
                      <a:r>
                        <a:rPr lang="en-US" altLang="zh-CN" sz="1400" dirty="0">
                          <a:latin typeface="+mn-ea"/>
                          <a:ea typeface="+mn-ea"/>
                        </a:rPr>
                        <a:t>CTE</a:t>
                      </a:r>
                      <a:r>
                        <a:rPr lang="zh-CN" altLang="en-US" sz="1400" dirty="0">
                          <a:latin typeface="+mn-ea"/>
                          <a:ea typeface="+mn-ea"/>
                        </a:rPr>
                        <a:t>的输出看成一个集合，进行后续的运算。例如查询</a:t>
                      </a:r>
                      <a:r>
                        <a:rPr lang="en-US" altLang="zh-CN" sz="1400" dirty="0">
                          <a:latin typeface="+mn-ea"/>
                          <a:ea typeface="+mn-ea"/>
                        </a:rPr>
                        <a:t>select</a:t>
                      </a:r>
                      <a:r>
                        <a:rPr lang="zh-CN" altLang="en-US" sz="1400" dirty="0">
                          <a:latin typeface="+mn-ea"/>
                          <a:ea typeface="+mn-ea"/>
                        </a:rPr>
                        <a:t>中的</a:t>
                      </a:r>
                      <a:r>
                        <a:rPr lang="en-US" altLang="zh-CN" sz="1400" dirty="0">
                          <a:latin typeface="+mn-ea"/>
                          <a:ea typeface="+mn-ea"/>
                        </a:rPr>
                        <a:t>WITH</a:t>
                      </a:r>
                      <a:r>
                        <a:rPr lang="zh-CN" altLang="en-US" sz="1400" dirty="0">
                          <a:latin typeface="+mn-ea"/>
                          <a:ea typeface="+mn-ea"/>
                        </a:rPr>
                        <a:t>子句定义的</a:t>
                      </a:r>
                      <a:r>
                        <a:rPr lang="en-US" altLang="zh-CN" sz="1400" dirty="0">
                          <a:latin typeface="+mn-ea"/>
                          <a:ea typeface="+mn-ea"/>
                        </a:rPr>
                        <a:t>CTE</a:t>
                      </a:r>
                      <a:r>
                        <a:rPr lang="zh-CN" altLang="en-US" sz="1400" dirty="0">
                          <a:latin typeface="+mn-ea"/>
                          <a:ea typeface="+mn-ea"/>
                        </a:rPr>
                        <a:t>查询。</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6314655"/>
                  </a:ext>
                </a:extLst>
              </a:tr>
            </a:tbl>
          </a:graphicData>
        </a:graphic>
      </p:graphicFrame>
    </p:spTree>
    <p:extLst>
      <p:ext uri="{BB962C8B-B14F-4D97-AF65-F5344CB8AC3E}">
        <p14:creationId xmlns:p14="http://schemas.microsoft.com/office/powerpoint/2010/main" val="2622916423"/>
      </p:ext>
    </p:extLst>
  </p:cSld>
  <p:clrMapOvr>
    <a:masterClrMapping/>
  </p:clrMapOvr>
  <p:transition advClick="0" advTm="8000">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0CB17-297D-84B9-2EFE-B19899ECA164}"/>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9FB7D63D-82C0-046D-A2C8-7B5C741C8598}"/>
              </a:ext>
            </a:extLst>
          </p:cNvPr>
          <p:cNvSpPr txBox="1">
            <a:spLocks/>
          </p:cNvSpPr>
          <p:nvPr/>
        </p:nvSpPr>
        <p:spPr bwMode="auto">
          <a:xfrm>
            <a:off x="588469" y="23659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执行器（执行算子</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连接算子）</a:t>
            </a:r>
          </a:p>
        </p:txBody>
      </p:sp>
      <p:sp>
        <p:nvSpPr>
          <p:cNvPr id="7" name="文本框 6">
            <a:extLst>
              <a:ext uri="{FF2B5EF4-FFF2-40B4-BE49-F238E27FC236}">
                <a16:creationId xmlns:a16="http://schemas.microsoft.com/office/drawing/2014/main" id="{82181B8D-B8B5-A049-D8FA-C96839C0AEEF}"/>
              </a:ext>
            </a:extLst>
          </p:cNvPr>
          <p:cNvSpPr txBox="1"/>
          <p:nvPr/>
        </p:nvSpPr>
        <p:spPr>
          <a:xfrm>
            <a:off x="928048" y="1344304"/>
            <a:ext cx="11894024" cy="442685"/>
          </a:xfrm>
          <a:prstGeom prst="rect">
            <a:avLst/>
          </a:prstGeom>
          <a:noFill/>
        </p:spPr>
        <p:txBody>
          <a:bodyPr wrap="square" rtlCol="0">
            <a:spAutoFit/>
          </a:bodyPr>
          <a:lstStyle/>
          <a:p>
            <a:pPr>
              <a:lnSpc>
                <a:spcPct val="150000"/>
              </a:lnSpc>
            </a:pPr>
            <a:r>
              <a:rPr lang="zh-CN" altLang="en-US" b="1" dirty="0"/>
              <a:t>连接算子</a:t>
            </a:r>
            <a:r>
              <a:rPr lang="zh-CN" altLang="en-US" dirty="0"/>
              <a:t>是为了应对数据库中常见的多表之间的连接操作。</a:t>
            </a:r>
          </a:p>
        </p:txBody>
      </p:sp>
      <p:graphicFrame>
        <p:nvGraphicFramePr>
          <p:cNvPr id="8" name="表格 7">
            <a:extLst>
              <a:ext uri="{FF2B5EF4-FFF2-40B4-BE49-F238E27FC236}">
                <a16:creationId xmlns:a16="http://schemas.microsoft.com/office/drawing/2014/main" id="{83174F69-1430-FAEF-A0C1-CCA867F68BA3}"/>
              </a:ext>
            </a:extLst>
          </p:cNvPr>
          <p:cNvGraphicFramePr>
            <a:graphicFrameLocks noGrp="1"/>
          </p:cNvGraphicFramePr>
          <p:nvPr>
            <p:extLst>
              <p:ext uri="{D42A27DB-BD31-4B8C-83A1-F6EECF244321}">
                <p14:modId xmlns:p14="http://schemas.microsoft.com/office/powerpoint/2010/main" val="1271858166"/>
              </p:ext>
            </p:extLst>
          </p:nvPr>
        </p:nvGraphicFramePr>
        <p:xfrm>
          <a:off x="928048" y="2348708"/>
          <a:ext cx="12153331" cy="4038444"/>
        </p:xfrm>
        <a:graphic>
          <a:graphicData uri="http://schemas.openxmlformats.org/drawingml/2006/table">
            <a:tbl>
              <a:tblPr firstRow="1" bandRow="1">
                <a:tableStyleId>{00A15C55-8517-42AA-B614-E9B94910E393}</a:tableStyleId>
              </a:tblPr>
              <a:tblGrid>
                <a:gridCol w="1623562">
                  <a:extLst>
                    <a:ext uri="{9D8B030D-6E8A-4147-A177-3AD203B41FA5}">
                      <a16:colId xmlns:a16="http://schemas.microsoft.com/office/drawing/2014/main" val="4141651714"/>
                    </a:ext>
                  </a:extLst>
                </a:gridCol>
                <a:gridCol w="1955532">
                  <a:extLst>
                    <a:ext uri="{9D8B030D-6E8A-4147-A177-3AD203B41FA5}">
                      <a16:colId xmlns:a16="http://schemas.microsoft.com/office/drawing/2014/main" val="1233139902"/>
                    </a:ext>
                  </a:extLst>
                </a:gridCol>
                <a:gridCol w="8574237">
                  <a:extLst>
                    <a:ext uri="{9D8B030D-6E8A-4147-A177-3AD203B41FA5}">
                      <a16:colId xmlns:a16="http://schemas.microsoft.com/office/drawing/2014/main" val="1533596923"/>
                    </a:ext>
                  </a:extLst>
                </a:gridCol>
              </a:tblGrid>
              <a:tr h="940975">
                <a:tc>
                  <a:txBody>
                    <a:bodyPr/>
                    <a:lstStyle/>
                    <a:p>
                      <a:pPr algn="ctr"/>
                      <a:r>
                        <a:rPr lang="zh-CN" altLang="en-US" sz="1800" dirty="0">
                          <a:solidFill>
                            <a:schemeClr val="tx1"/>
                          </a:solidFill>
                        </a:rPr>
                        <a:t>算子类型</a:t>
                      </a:r>
                      <a:endParaRPr lang="zh-CN" altLang="en-US" sz="1800" dirty="0">
                        <a:solidFill>
                          <a:schemeClr val="tx1"/>
                        </a:solidFill>
                        <a:latin typeface="微软雅黑" panose="020B0503020204020204" pitchFamily="34" charset="-122"/>
                        <a:ea typeface="微软雅黑" panose="020B0503020204020204" pitchFamily="34" charset="-122"/>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800" dirty="0">
                          <a:solidFill>
                            <a:schemeClr val="tx1"/>
                          </a:solidFill>
                        </a:rPr>
                        <a:t>含义</a:t>
                      </a:r>
                      <a:endParaRPr lang="zh-CN" altLang="en-US" sz="1800" dirty="0">
                        <a:solidFill>
                          <a:schemeClr val="tx1"/>
                        </a:solidFill>
                        <a:latin typeface="微软雅黑" panose="020B0503020204020204" pitchFamily="34" charset="-122"/>
                        <a:ea typeface="微软雅黑" panose="020B0503020204020204" pitchFamily="34" charset="-122"/>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800" dirty="0">
                          <a:solidFill>
                            <a:schemeClr val="tx1"/>
                          </a:solidFill>
                        </a:rPr>
                        <a:t>场景</a:t>
                      </a:r>
                      <a:endParaRPr lang="zh-CN" altLang="en-US" sz="1800" dirty="0">
                        <a:solidFill>
                          <a:schemeClr val="tx1"/>
                        </a:solidFill>
                        <a:latin typeface="微软雅黑" panose="020B0503020204020204" pitchFamily="34" charset="-122"/>
                        <a:ea typeface="微软雅黑" panose="020B0503020204020204" pitchFamily="34" charset="-122"/>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03740016"/>
                  </a:ext>
                </a:extLst>
              </a:tr>
              <a:tr h="920554">
                <a:tc>
                  <a:txBody>
                    <a:bodyPr/>
                    <a:lstStyle/>
                    <a:p>
                      <a:pPr algn="ctr"/>
                      <a:r>
                        <a:rPr lang="en-US" altLang="zh-CN" sz="1600" b="1" dirty="0" err="1"/>
                        <a:t>NestLoop</a:t>
                      </a:r>
                      <a:endParaRPr lang="zh-CN" altLang="en-US" sz="1600" b="1" dirty="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latin typeface="+mn-ea"/>
                          <a:ea typeface="+mn-ea"/>
                        </a:rPr>
                        <a:t>对下层两股数据流实现循环嵌套连接操作</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dirty="0">
                          <a:latin typeface="+mn-ea"/>
                          <a:ea typeface="+mn-ea"/>
                        </a:rPr>
                        <a:t>它的工作原理是，对于参与连接的两个数据集，算子先遍历第一个数据集中的每一条记录，然后对于每一条记录，再遍历第二个数据集，寻找满足连接条件的匹配记录</a:t>
                      </a:r>
                      <a:r>
                        <a:rPr lang="zh-CN" altLang="en-US" sz="1400" b="0" i="0" kern="1200" dirty="0">
                          <a:solidFill>
                            <a:schemeClr val="dk1"/>
                          </a:solidFill>
                          <a:effectLst/>
                          <a:latin typeface="+mn-ea"/>
                          <a:ea typeface="+mn-ea"/>
                          <a:cs typeface="+mn-cs"/>
                        </a:rPr>
                        <a:t>，更适合于至少有一个参与连接的数据集较小的情况。</a:t>
                      </a:r>
                      <a:endParaRPr lang="zh-CN" altLang="en-US" sz="1400" dirty="0">
                        <a:latin typeface="+mn-ea"/>
                        <a:ea typeface="+mn-ea"/>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7431556"/>
                  </a:ext>
                </a:extLst>
              </a:tr>
              <a:tr h="1256361">
                <a:tc>
                  <a:txBody>
                    <a:bodyPr/>
                    <a:lstStyle/>
                    <a:p>
                      <a:pPr algn="ctr"/>
                      <a:r>
                        <a:rPr lang="en-US" altLang="zh-CN" sz="1600" b="1" dirty="0" err="1"/>
                        <a:t>HashJoin</a:t>
                      </a:r>
                      <a:endParaRPr lang="zh-CN" altLang="en-US" sz="1600" b="1" dirty="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439545"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对下层两股数据流实现哈希连接操作</a:t>
                      </a:r>
                    </a:p>
                    <a:p>
                      <a:endParaRPr lang="zh-CN" altLang="en-US" sz="1600" dirty="0">
                        <a:latin typeface="+mn-ea"/>
                        <a:ea typeface="+mn-ea"/>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dirty="0">
                          <a:latin typeface="+mn-ea"/>
                          <a:ea typeface="+mn-ea"/>
                        </a:rPr>
                        <a:t>大数据集连接时的常用方式，优化器使用两个表中较小的表（通常是小一点的那个表或数据源）利用连接键（</a:t>
                      </a:r>
                      <a:r>
                        <a:rPr lang="en-US" altLang="zh-CN" sz="1400" dirty="0">
                          <a:latin typeface="+mn-ea"/>
                          <a:ea typeface="+mn-ea"/>
                        </a:rPr>
                        <a:t>JOIN KEY</a:t>
                      </a:r>
                      <a:r>
                        <a:rPr lang="zh-CN" altLang="en-US" sz="1400" dirty="0">
                          <a:latin typeface="+mn-ea"/>
                          <a:ea typeface="+mn-ea"/>
                        </a:rPr>
                        <a:t>）在内存中建立散列表，将列数据存储到</a:t>
                      </a:r>
                      <a:r>
                        <a:rPr lang="en-US" altLang="zh-CN" sz="1400" dirty="0">
                          <a:latin typeface="+mn-ea"/>
                          <a:ea typeface="+mn-ea"/>
                        </a:rPr>
                        <a:t>hash</a:t>
                      </a:r>
                      <a:r>
                        <a:rPr lang="zh-CN" altLang="en-US" sz="1400" dirty="0">
                          <a:latin typeface="+mn-ea"/>
                          <a:ea typeface="+mn-ea"/>
                        </a:rPr>
                        <a:t>列表中，然后扫描较大的表，同样对</a:t>
                      </a:r>
                      <a:r>
                        <a:rPr lang="en-US" altLang="zh-CN" sz="1400" dirty="0">
                          <a:latin typeface="+mn-ea"/>
                          <a:ea typeface="+mn-ea"/>
                        </a:rPr>
                        <a:t>JOIN KEY</a:t>
                      </a:r>
                      <a:r>
                        <a:rPr lang="zh-CN" altLang="en-US" sz="1400" dirty="0">
                          <a:latin typeface="+mn-ea"/>
                          <a:ea typeface="+mn-ea"/>
                        </a:rPr>
                        <a:t>进行</a:t>
                      </a:r>
                      <a:r>
                        <a:rPr lang="en-US" altLang="zh-CN" sz="1400" dirty="0">
                          <a:latin typeface="+mn-ea"/>
                          <a:ea typeface="+mn-ea"/>
                        </a:rPr>
                        <a:t>HASH</a:t>
                      </a:r>
                      <a:r>
                        <a:rPr lang="zh-CN" altLang="en-US" sz="1400" dirty="0">
                          <a:latin typeface="+mn-ea"/>
                          <a:ea typeface="+mn-ea"/>
                        </a:rPr>
                        <a:t>后探测散列表，找出与散列表匹配的行。</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8280909"/>
                  </a:ext>
                </a:extLst>
              </a:tr>
              <a:tr h="920554">
                <a:tc>
                  <a:txBody>
                    <a:bodyPr/>
                    <a:lstStyle/>
                    <a:p>
                      <a:pPr algn="ctr"/>
                      <a:r>
                        <a:rPr lang="en-US" altLang="zh-CN" sz="1600" b="1" dirty="0" err="1"/>
                        <a:t>MergeJoin</a:t>
                      </a:r>
                      <a:endParaRPr lang="zh-CN" altLang="en-US" sz="1600" b="1" dirty="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600" dirty="0">
                          <a:latin typeface="+mn-ea"/>
                          <a:ea typeface="+mn-ea"/>
                        </a:rPr>
                        <a:t>对下层两股数据流实现归并连接操作</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mn-ea"/>
                          <a:ea typeface="+mn-ea"/>
                        </a:rPr>
                        <a:t>Merge Join </a:t>
                      </a:r>
                      <a:r>
                        <a:rPr lang="zh-CN" altLang="en-US" sz="1400" dirty="0">
                          <a:latin typeface="+mn-ea"/>
                          <a:ea typeface="+mn-ea"/>
                        </a:rPr>
                        <a:t>是先将关联表的关联列各自做排序，然后从各自的排序表中抽取数据，到另一个排序表中做匹配。</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8419274"/>
                  </a:ext>
                </a:extLst>
              </a:tr>
            </a:tbl>
          </a:graphicData>
        </a:graphic>
      </p:graphicFrame>
    </p:spTree>
    <p:extLst>
      <p:ext uri="{BB962C8B-B14F-4D97-AF65-F5344CB8AC3E}">
        <p14:creationId xmlns:p14="http://schemas.microsoft.com/office/powerpoint/2010/main" val="2411480492"/>
      </p:ext>
    </p:extLst>
  </p:cSld>
  <p:clrMapOvr>
    <a:masterClrMapping/>
  </p:clrMapOvr>
  <p:transition advClick="0" advTm="8000">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22C59-1563-5F71-4F44-4D9FFF7E173D}"/>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FF88E2A4-1730-1288-2997-BA7A15DE95DF}"/>
              </a:ext>
            </a:extLst>
          </p:cNvPr>
          <p:cNvSpPr txBox="1">
            <a:spLocks/>
          </p:cNvSpPr>
          <p:nvPr/>
        </p:nvSpPr>
        <p:spPr bwMode="auto">
          <a:xfrm>
            <a:off x="588469" y="23659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执行器（执行算子</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物化算子）</a:t>
            </a:r>
          </a:p>
        </p:txBody>
      </p:sp>
      <p:sp>
        <p:nvSpPr>
          <p:cNvPr id="7" name="文本框 6">
            <a:extLst>
              <a:ext uri="{FF2B5EF4-FFF2-40B4-BE49-F238E27FC236}">
                <a16:creationId xmlns:a16="http://schemas.microsoft.com/office/drawing/2014/main" id="{D4EECE69-1E5F-A440-A2E4-239916534931}"/>
              </a:ext>
            </a:extLst>
          </p:cNvPr>
          <p:cNvSpPr txBox="1"/>
          <p:nvPr/>
        </p:nvSpPr>
        <p:spPr>
          <a:xfrm>
            <a:off x="928048" y="1344304"/>
            <a:ext cx="11894024" cy="835100"/>
          </a:xfrm>
          <a:prstGeom prst="rect">
            <a:avLst/>
          </a:prstGeom>
          <a:noFill/>
        </p:spPr>
        <p:txBody>
          <a:bodyPr wrap="square" rtlCol="0">
            <a:spAutoFit/>
          </a:bodyPr>
          <a:lstStyle/>
          <a:p>
            <a:pPr>
              <a:lnSpc>
                <a:spcPct val="150000"/>
              </a:lnSpc>
            </a:pPr>
            <a:r>
              <a:rPr lang="zh-CN" altLang="en-US" b="1" dirty="0"/>
              <a:t>物化算子</a:t>
            </a:r>
            <a:r>
              <a:rPr lang="zh-CN" altLang="en-US" dirty="0"/>
              <a:t>一般指算法要求，在做算子逻辑处理的时候，要求把下层的数据进行缓存处理，因为对于下层算子返回的数据量不可提前预知，因此需要在算法上考虑数据无法全部放置到内存的情况。关键特征：需要扫描所有数据之后才返回。</a:t>
            </a:r>
          </a:p>
        </p:txBody>
      </p:sp>
      <p:pic>
        <p:nvPicPr>
          <p:cNvPr id="3" name="图片 2">
            <a:extLst>
              <a:ext uri="{FF2B5EF4-FFF2-40B4-BE49-F238E27FC236}">
                <a16:creationId xmlns:a16="http://schemas.microsoft.com/office/drawing/2014/main" id="{99D7B35B-0E76-012C-01C9-BD5B1B3D87DE}"/>
              </a:ext>
            </a:extLst>
          </p:cNvPr>
          <p:cNvPicPr>
            <a:picLocks noChangeAspect="1"/>
          </p:cNvPicPr>
          <p:nvPr/>
        </p:nvPicPr>
        <p:blipFill>
          <a:blip r:embed="rId2"/>
          <a:stretch>
            <a:fillRect/>
          </a:stretch>
        </p:blipFill>
        <p:spPr>
          <a:xfrm>
            <a:off x="1144587" y="2259316"/>
            <a:ext cx="11677485" cy="4900914"/>
          </a:xfrm>
          <a:prstGeom prst="rect">
            <a:avLst/>
          </a:prstGeom>
        </p:spPr>
      </p:pic>
    </p:spTree>
    <p:extLst>
      <p:ext uri="{BB962C8B-B14F-4D97-AF65-F5344CB8AC3E}">
        <p14:creationId xmlns:p14="http://schemas.microsoft.com/office/powerpoint/2010/main" val="585340475"/>
      </p:ext>
    </p:extLst>
  </p:cSld>
  <p:clrMapOvr>
    <a:masterClrMapping/>
  </p:clrMapOvr>
  <p:transition advClick="0" advTm="8000">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ABE88-0BDF-35BF-684E-D020799E256B}"/>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4050B2E9-2DBD-393F-DBD1-1B0EDC1F5823}"/>
              </a:ext>
            </a:extLst>
          </p:cNvPr>
          <p:cNvSpPr txBox="1">
            <a:spLocks/>
          </p:cNvSpPr>
          <p:nvPr/>
        </p:nvSpPr>
        <p:spPr bwMode="auto">
          <a:xfrm>
            <a:off x="588469" y="23659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执行器（执行算子</a:t>
            </a:r>
            <a:r>
              <a:rPr lang="en-US" altLang="zh-CN" sz="2800" kern="0" dirty="0">
                <a:solidFill>
                  <a:srgbClr val="C00000"/>
                </a:solidFill>
                <a:latin typeface="微软雅黑" panose="020B0503020204020204" pitchFamily="34" charset="-122"/>
                <a:ea typeface="微软雅黑" panose="020B0503020204020204" pitchFamily="34" charset="-122"/>
              </a:rPr>
              <a:t>-PBE</a:t>
            </a:r>
            <a:r>
              <a:rPr lang="zh-CN" altLang="en-US" sz="2800" kern="0" dirty="0">
                <a:solidFill>
                  <a:srgbClr val="C00000"/>
                </a:solidFill>
                <a:latin typeface="微软雅黑" panose="020B0503020204020204" pitchFamily="34" charset="-122"/>
                <a:ea typeface="微软雅黑" panose="020B0503020204020204" pitchFamily="34" charset="-122"/>
              </a:rPr>
              <a:t>）</a:t>
            </a:r>
          </a:p>
        </p:txBody>
      </p:sp>
      <p:sp>
        <p:nvSpPr>
          <p:cNvPr id="7" name="文本框 6">
            <a:extLst>
              <a:ext uri="{FF2B5EF4-FFF2-40B4-BE49-F238E27FC236}">
                <a16:creationId xmlns:a16="http://schemas.microsoft.com/office/drawing/2014/main" id="{7C95FAEC-ED36-8724-4747-9FB1B2802526}"/>
              </a:ext>
            </a:extLst>
          </p:cNvPr>
          <p:cNvSpPr txBox="1"/>
          <p:nvPr/>
        </p:nvSpPr>
        <p:spPr>
          <a:xfrm>
            <a:off x="928048" y="1344304"/>
            <a:ext cx="11894024" cy="1229054"/>
          </a:xfrm>
          <a:prstGeom prst="rect">
            <a:avLst/>
          </a:prstGeom>
          <a:noFill/>
        </p:spPr>
        <p:txBody>
          <a:bodyPr wrap="square" rtlCol="0">
            <a:spAutoFit/>
          </a:bodyPr>
          <a:lstStyle/>
          <a:p>
            <a:pPr>
              <a:lnSpc>
                <a:spcPct val="150000"/>
              </a:lnSpc>
            </a:pPr>
            <a:r>
              <a:rPr lang="en-US" altLang="zh-CN" b="1" dirty="0"/>
              <a:t>PBE</a:t>
            </a:r>
            <a:r>
              <a:rPr lang="zh-CN" altLang="en-US" b="1" dirty="0"/>
              <a:t>：</a:t>
            </a:r>
            <a:r>
              <a:rPr lang="en-US" altLang="zh-CN" dirty="0"/>
              <a:t>Parse-Bind-Execute</a:t>
            </a:r>
            <a:r>
              <a:rPr lang="zh-CN" altLang="en-US" dirty="0"/>
              <a:t>，对应</a:t>
            </a:r>
            <a:r>
              <a:rPr lang="en-US" altLang="zh-CN" dirty="0"/>
              <a:t>PBE</a:t>
            </a:r>
            <a:r>
              <a:rPr lang="zh-CN" altLang="en-US" dirty="0"/>
              <a:t>报文。当业务涉及的</a:t>
            </a:r>
            <a:r>
              <a:rPr lang="en-US" altLang="zh-CN" dirty="0"/>
              <a:t>SQL</a:t>
            </a:r>
            <a:r>
              <a:rPr lang="zh-CN" altLang="en-US" dirty="0"/>
              <a:t>查询重复率高时，适合使用</a:t>
            </a:r>
            <a:r>
              <a:rPr lang="en-US" altLang="zh-CN" dirty="0"/>
              <a:t>PBE</a:t>
            </a:r>
            <a:r>
              <a:rPr lang="zh-CN" altLang="en-US" dirty="0"/>
              <a:t>形式执行。</a:t>
            </a:r>
            <a:r>
              <a:rPr lang="en-US" altLang="zh-CN" dirty="0"/>
              <a:t>JDBC</a:t>
            </a:r>
            <a:r>
              <a:rPr lang="zh-CN" altLang="en-US" dirty="0"/>
              <a:t>或</a:t>
            </a:r>
            <a:r>
              <a:rPr lang="en-US" altLang="zh-CN" dirty="0"/>
              <a:t>ODBC</a:t>
            </a:r>
            <a:r>
              <a:rPr lang="zh-CN" altLang="en-US" dirty="0"/>
              <a:t>客户端通过复杂查询协议发送</a:t>
            </a:r>
            <a:r>
              <a:rPr lang="en-US" altLang="zh-CN" dirty="0"/>
              <a:t>PBE</a:t>
            </a:r>
            <a:r>
              <a:rPr lang="zh-CN" altLang="en-US" dirty="0"/>
              <a:t>报文执行</a:t>
            </a:r>
            <a:r>
              <a:rPr lang="en-US" altLang="zh-CN" dirty="0"/>
              <a:t>SQL</a:t>
            </a:r>
            <a:r>
              <a:rPr lang="zh-CN" altLang="en-US" dirty="0"/>
              <a:t>。</a:t>
            </a:r>
            <a:r>
              <a:rPr lang="en-US" altLang="zh-CN" dirty="0"/>
              <a:t>GSQL</a:t>
            </a:r>
            <a:r>
              <a:rPr lang="zh-CN" altLang="en-US" dirty="0"/>
              <a:t>客户端可以童工</a:t>
            </a:r>
            <a:r>
              <a:rPr lang="en-US" altLang="zh-CN" dirty="0"/>
              <a:t>PREPARE</a:t>
            </a:r>
            <a:r>
              <a:rPr lang="zh-CN" altLang="en-US" dirty="0"/>
              <a:t>和</a:t>
            </a:r>
            <a:r>
              <a:rPr lang="en-US" altLang="zh-CN" dirty="0"/>
              <a:t>EXECUTE</a:t>
            </a:r>
            <a:r>
              <a:rPr lang="zh-CN" altLang="en-US" dirty="0"/>
              <a:t>语句模拟</a:t>
            </a:r>
            <a:r>
              <a:rPr lang="en-US" altLang="zh-CN" dirty="0"/>
              <a:t>Parse-Bind-Execute</a:t>
            </a:r>
            <a:r>
              <a:rPr lang="zh-CN" altLang="en-US" dirty="0"/>
              <a:t>。</a:t>
            </a:r>
            <a:endParaRPr lang="en-US" altLang="zh-CN" dirty="0"/>
          </a:p>
          <a:p>
            <a:pPr marL="285750" indent="-285750">
              <a:lnSpc>
                <a:spcPct val="150000"/>
              </a:lnSpc>
              <a:buFont typeface="Wingdings" panose="05000000000000000000" pitchFamily="2" charset="2"/>
              <a:buChar char="l"/>
            </a:pPr>
            <a:r>
              <a:rPr lang="en-US" altLang="zh-CN" dirty="0"/>
              <a:t>PREPARE + execute</a:t>
            </a:r>
            <a:r>
              <a:rPr lang="zh-CN" altLang="en-US" dirty="0"/>
              <a:t>语句：</a:t>
            </a:r>
          </a:p>
        </p:txBody>
      </p:sp>
      <p:pic>
        <p:nvPicPr>
          <p:cNvPr id="5" name="图片 4">
            <a:extLst>
              <a:ext uri="{FF2B5EF4-FFF2-40B4-BE49-F238E27FC236}">
                <a16:creationId xmlns:a16="http://schemas.microsoft.com/office/drawing/2014/main" id="{DC663319-1317-7979-199A-7BC46604C052}"/>
              </a:ext>
            </a:extLst>
          </p:cNvPr>
          <p:cNvPicPr>
            <a:picLocks noChangeAspect="1"/>
          </p:cNvPicPr>
          <p:nvPr/>
        </p:nvPicPr>
        <p:blipFill>
          <a:blip r:embed="rId2"/>
          <a:stretch>
            <a:fillRect/>
          </a:stretch>
        </p:blipFill>
        <p:spPr>
          <a:xfrm>
            <a:off x="1128280" y="2817055"/>
            <a:ext cx="8378688" cy="3828884"/>
          </a:xfrm>
          <a:prstGeom prst="rect">
            <a:avLst/>
          </a:prstGeom>
        </p:spPr>
      </p:pic>
    </p:spTree>
    <p:extLst>
      <p:ext uri="{BB962C8B-B14F-4D97-AF65-F5344CB8AC3E}">
        <p14:creationId xmlns:p14="http://schemas.microsoft.com/office/powerpoint/2010/main" val="732135676"/>
      </p:ext>
    </p:extLst>
  </p:cSld>
  <p:clrMapOvr>
    <a:masterClrMapping/>
  </p:clrMapOvr>
  <p:transition advClick="0" advTm="8000">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0FE74-510D-EC66-1724-46845857F2AA}"/>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E4E4862C-DE8C-B237-E9A4-DFDB0C6D21CB}"/>
              </a:ext>
            </a:extLst>
          </p:cNvPr>
          <p:cNvSpPr txBox="1">
            <a:spLocks/>
          </p:cNvSpPr>
          <p:nvPr/>
        </p:nvSpPr>
        <p:spPr bwMode="auto">
          <a:xfrm>
            <a:off x="588469" y="23659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执行器（执行算子</a:t>
            </a:r>
            <a:r>
              <a:rPr lang="en-US" altLang="zh-CN" sz="2800" kern="0" dirty="0">
                <a:solidFill>
                  <a:srgbClr val="C00000"/>
                </a:solidFill>
                <a:latin typeface="微软雅黑" panose="020B0503020204020204" pitchFamily="34" charset="-122"/>
                <a:ea typeface="微软雅黑" panose="020B0503020204020204" pitchFamily="34" charset="-122"/>
              </a:rPr>
              <a:t>-PBE</a:t>
            </a:r>
            <a:r>
              <a:rPr lang="zh-CN" altLang="en-US" sz="2800" kern="0" dirty="0">
                <a:solidFill>
                  <a:srgbClr val="C00000"/>
                </a:solidFill>
                <a:latin typeface="微软雅黑" panose="020B0503020204020204" pitchFamily="34" charset="-122"/>
                <a:ea typeface="微软雅黑" panose="020B0503020204020204" pitchFamily="34" charset="-122"/>
              </a:rPr>
              <a:t>）</a:t>
            </a:r>
          </a:p>
        </p:txBody>
      </p:sp>
      <p:sp>
        <p:nvSpPr>
          <p:cNvPr id="7" name="文本框 6">
            <a:extLst>
              <a:ext uri="{FF2B5EF4-FFF2-40B4-BE49-F238E27FC236}">
                <a16:creationId xmlns:a16="http://schemas.microsoft.com/office/drawing/2014/main" id="{FED4A208-97E2-1331-989D-90B78455703F}"/>
              </a:ext>
            </a:extLst>
          </p:cNvPr>
          <p:cNvSpPr txBox="1"/>
          <p:nvPr/>
        </p:nvSpPr>
        <p:spPr>
          <a:xfrm>
            <a:off x="928048" y="1344304"/>
            <a:ext cx="11894024" cy="2406300"/>
          </a:xfrm>
          <a:prstGeom prst="rect">
            <a:avLst/>
          </a:prstGeom>
          <a:noFill/>
        </p:spPr>
        <p:txBody>
          <a:bodyPr wrap="square" rtlCol="0">
            <a:spAutoFit/>
          </a:bodyPr>
          <a:lstStyle/>
          <a:p>
            <a:pPr>
              <a:lnSpc>
                <a:spcPct val="150000"/>
              </a:lnSpc>
            </a:pPr>
            <a:r>
              <a:rPr lang="en-US" altLang="zh-CN" b="1" dirty="0"/>
              <a:t>PBE</a:t>
            </a:r>
            <a:r>
              <a:rPr lang="zh-CN" altLang="en-US" b="1" dirty="0"/>
              <a:t>存在两种执行计划：</a:t>
            </a:r>
            <a:r>
              <a:rPr lang="en-US" altLang="zh-CN" b="1" dirty="0" err="1"/>
              <a:t>Cplan</a:t>
            </a:r>
            <a:r>
              <a:rPr lang="zh-CN" altLang="en-US" b="1" dirty="0"/>
              <a:t>、</a:t>
            </a:r>
            <a:r>
              <a:rPr lang="en-US" altLang="zh-CN" b="1" dirty="0" err="1"/>
              <a:t>Gplan</a:t>
            </a:r>
            <a:endParaRPr lang="en-US" altLang="zh-CN" b="1" dirty="0"/>
          </a:p>
          <a:p>
            <a:pPr>
              <a:lnSpc>
                <a:spcPct val="150000"/>
              </a:lnSpc>
            </a:pPr>
            <a:r>
              <a:rPr lang="en-US" altLang="zh-CN" b="1" dirty="0"/>
              <a:t>Custom plan</a:t>
            </a:r>
            <a:r>
              <a:rPr lang="zh-CN" altLang="en-US" b="1" dirty="0"/>
              <a:t>：根据传入参数生成的定制化计划，每次执行都重新生成执行计划。</a:t>
            </a:r>
            <a:endParaRPr lang="en-US" altLang="zh-CN" b="1" dirty="0"/>
          </a:p>
          <a:p>
            <a:pPr>
              <a:lnSpc>
                <a:spcPct val="150000"/>
              </a:lnSpc>
            </a:pPr>
            <a:r>
              <a:rPr lang="en-US" altLang="zh-CN" b="1" dirty="0"/>
              <a:t>Generic plan</a:t>
            </a:r>
            <a:r>
              <a:rPr lang="zh-CN" altLang="en-US" b="1" dirty="0"/>
              <a:t>：通用执行计划，在计划中使用估算的形式指定计划，计划生成后如果不失效则一直复用该计划。前</a:t>
            </a:r>
            <a:r>
              <a:rPr lang="en-US" altLang="zh-CN" b="1" dirty="0"/>
              <a:t>5</a:t>
            </a:r>
            <a:r>
              <a:rPr lang="zh-CN" altLang="en-US" b="1" dirty="0"/>
              <a:t>次执行，根据实际参数生成</a:t>
            </a:r>
            <a:r>
              <a:rPr lang="en-US" altLang="zh-CN" b="1" dirty="0" err="1"/>
              <a:t>cplan</a:t>
            </a:r>
            <a:r>
              <a:rPr lang="zh-CN" altLang="en-US" b="1" dirty="0"/>
              <a:t>，第</a:t>
            </a:r>
            <a:r>
              <a:rPr lang="en-US" altLang="zh-CN" b="1" dirty="0"/>
              <a:t>6</a:t>
            </a:r>
            <a:r>
              <a:rPr lang="zh-CN" altLang="en-US" b="1" dirty="0"/>
              <a:t>次执行，生成</a:t>
            </a:r>
            <a:r>
              <a:rPr lang="en-US" altLang="zh-CN" b="1" dirty="0" err="1"/>
              <a:t>gplan</a:t>
            </a:r>
            <a:r>
              <a:rPr lang="zh-CN" altLang="en-US" b="1" dirty="0"/>
              <a:t>。同时比较</a:t>
            </a:r>
            <a:r>
              <a:rPr lang="en-US" altLang="zh-CN" b="1" dirty="0" err="1"/>
              <a:t>Gplan</a:t>
            </a:r>
            <a:r>
              <a:rPr lang="zh-CN" altLang="en-US" b="1" dirty="0"/>
              <a:t>与前</a:t>
            </a:r>
            <a:r>
              <a:rPr lang="en-US" altLang="zh-CN" b="1" dirty="0"/>
              <a:t>5</a:t>
            </a:r>
            <a:r>
              <a:rPr lang="zh-CN" altLang="en-US" b="1" dirty="0"/>
              <a:t>次生成的</a:t>
            </a:r>
            <a:r>
              <a:rPr lang="en-US" altLang="zh-CN" b="1" dirty="0" err="1"/>
              <a:t>cplan</a:t>
            </a:r>
            <a:r>
              <a:rPr lang="zh-CN" altLang="en-US" b="1" dirty="0"/>
              <a:t>，若</a:t>
            </a:r>
            <a:r>
              <a:rPr lang="en-US" altLang="zh-CN" b="1" dirty="0" err="1"/>
              <a:t>gplan</a:t>
            </a:r>
            <a:r>
              <a:rPr lang="zh-CN" altLang="en-US" b="1" dirty="0"/>
              <a:t>代价更小，后续均使用</a:t>
            </a:r>
            <a:r>
              <a:rPr lang="en-US" altLang="zh-CN" b="1" dirty="0" err="1"/>
              <a:t>gplan</a:t>
            </a:r>
            <a:r>
              <a:rPr lang="zh-CN" altLang="en-US" b="1" dirty="0"/>
              <a:t>；若</a:t>
            </a:r>
            <a:r>
              <a:rPr lang="en-US" altLang="zh-CN" b="1" dirty="0" err="1"/>
              <a:t>cplan</a:t>
            </a:r>
            <a:r>
              <a:rPr lang="zh-CN" altLang="en-US" b="1" dirty="0"/>
              <a:t>更好，则后续每次都生成</a:t>
            </a:r>
            <a:r>
              <a:rPr lang="en-US" altLang="zh-CN" b="1" dirty="0" err="1"/>
              <a:t>cplan</a:t>
            </a:r>
            <a:r>
              <a:rPr lang="zh-CN" altLang="en-US" b="1" dirty="0"/>
              <a:t>。</a:t>
            </a:r>
            <a:endParaRPr lang="en-US" altLang="zh-CN" b="1" dirty="0"/>
          </a:p>
          <a:p>
            <a:pPr>
              <a:lnSpc>
                <a:spcPct val="150000"/>
              </a:lnSpc>
            </a:pPr>
            <a:r>
              <a:rPr lang="en-US" altLang="zh-CN" b="1" dirty="0" err="1"/>
              <a:t>Cplan</a:t>
            </a:r>
            <a:r>
              <a:rPr lang="zh-CN" altLang="en-US" b="1" dirty="0"/>
              <a:t>：</a:t>
            </a:r>
            <a:endParaRPr lang="en-US" altLang="zh-CN" b="1" dirty="0"/>
          </a:p>
        </p:txBody>
      </p:sp>
      <p:pic>
        <p:nvPicPr>
          <p:cNvPr id="8" name="图片 7">
            <a:extLst>
              <a:ext uri="{FF2B5EF4-FFF2-40B4-BE49-F238E27FC236}">
                <a16:creationId xmlns:a16="http://schemas.microsoft.com/office/drawing/2014/main" id="{410D4035-FAC1-2326-9EBA-2E34E23F1BAE}"/>
              </a:ext>
            </a:extLst>
          </p:cNvPr>
          <p:cNvPicPr>
            <a:picLocks noChangeAspect="1"/>
          </p:cNvPicPr>
          <p:nvPr/>
        </p:nvPicPr>
        <p:blipFill>
          <a:blip r:embed="rId2"/>
          <a:stretch>
            <a:fillRect/>
          </a:stretch>
        </p:blipFill>
        <p:spPr>
          <a:xfrm>
            <a:off x="928048" y="3707567"/>
            <a:ext cx="8041175" cy="1452180"/>
          </a:xfrm>
          <a:prstGeom prst="rect">
            <a:avLst/>
          </a:prstGeom>
        </p:spPr>
      </p:pic>
      <p:pic>
        <p:nvPicPr>
          <p:cNvPr id="10" name="图片 9">
            <a:extLst>
              <a:ext uri="{FF2B5EF4-FFF2-40B4-BE49-F238E27FC236}">
                <a16:creationId xmlns:a16="http://schemas.microsoft.com/office/drawing/2014/main" id="{7373F1A6-F343-B2F1-E82F-8AD30C2CE0C9}"/>
              </a:ext>
            </a:extLst>
          </p:cNvPr>
          <p:cNvPicPr>
            <a:picLocks noChangeAspect="1"/>
          </p:cNvPicPr>
          <p:nvPr/>
        </p:nvPicPr>
        <p:blipFill>
          <a:blip r:embed="rId3"/>
          <a:stretch>
            <a:fillRect/>
          </a:stretch>
        </p:blipFill>
        <p:spPr>
          <a:xfrm>
            <a:off x="928048" y="5618933"/>
            <a:ext cx="8330340" cy="1452181"/>
          </a:xfrm>
          <a:prstGeom prst="rect">
            <a:avLst/>
          </a:prstGeom>
        </p:spPr>
      </p:pic>
      <p:sp>
        <p:nvSpPr>
          <p:cNvPr id="11" name="文本框 10">
            <a:extLst>
              <a:ext uri="{FF2B5EF4-FFF2-40B4-BE49-F238E27FC236}">
                <a16:creationId xmlns:a16="http://schemas.microsoft.com/office/drawing/2014/main" id="{C5D4A288-FC23-BDBF-DA7D-6199916E75AF}"/>
              </a:ext>
            </a:extLst>
          </p:cNvPr>
          <p:cNvSpPr txBox="1"/>
          <p:nvPr/>
        </p:nvSpPr>
        <p:spPr>
          <a:xfrm>
            <a:off x="975815" y="5246487"/>
            <a:ext cx="1160060" cy="353943"/>
          </a:xfrm>
          <a:prstGeom prst="rect">
            <a:avLst/>
          </a:prstGeom>
          <a:noFill/>
        </p:spPr>
        <p:txBody>
          <a:bodyPr wrap="square" rtlCol="0">
            <a:spAutoFit/>
          </a:bodyPr>
          <a:lstStyle/>
          <a:p>
            <a:r>
              <a:rPr lang="en-US" altLang="zh-CN" dirty="0" err="1"/>
              <a:t>Gplan</a:t>
            </a:r>
            <a:endParaRPr lang="zh-CN" altLang="en-US" dirty="0"/>
          </a:p>
        </p:txBody>
      </p:sp>
    </p:spTree>
    <p:extLst>
      <p:ext uri="{BB962C8B-B14F-4D97-AF65-F5344CB8AC3E}">
        <p14:creationId xmlns:p14="http://schemas.microsoft.com/office/powerpoint/2010/main" val="902365755"/>
      </p:ext>
    </p:extLst>
  </p:cSld>
  <p:clrMapOvr>
    <a:masterClrMapping/>
  </p:clrMapOvr>
  <p:transition advClick="0" advTm="8000">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28746-8A4D-FF8A-FE0E-EDB5282C0D51}"/>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E06EF06B-844C-564B-BDCB-9DDDC4F35387}"/>
              </a:ext>
            </a:extLst>
          </p:cNvPr>
          <p:cNvSpPr txBox="1">
            <a:spLocks/>
          </p:cNvSpPr>
          <p:nvPr/>
        </p:nvSpPr>
        <p:spPr bwMode="auto">
          <a:xfrm>
            <a:off x="588469" y="23659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en-US" altLang="zh-CN" sz="2800" kern="0" dirty="0">
                <a:solidFill>
                  <a:srgbClr val="C00000"/>
                </a:solidFill>
                <a:latin typeface="微软雅黑" panose="020B0503020204020204" pitchFamily="34" charset="-122"/>
                <a:ea typeface="微软雅黑" panose="020B0503020204020204" pitchFamily="34" charset="-122"/>
              </a:rPr>
              <a:t>SQL</a:t>
            </a:r>
            <a:r>
              <a:rPr lang="zh-CN" altLang="en-US" sz="2800" kern="0" dirty="0">
                <a:solidFill>
                  <a:srgbClr val="C00000"/>
                </a:solidFill>
                <a:latin typeface="微软雅黑" panose="020B0503020204020204" pitchFamily="34" charset="-122"/>
                <a:ea typeface="微软雅黑" panose="020B0503020204020204" pitchFamily="34" charset="-122"/>
              </a:rPr>
              <a:t>引擎</a:t>
            </a:r>
            <a:r>
              <a:rPr lang="en-US" altLang="zh-CN" sz="2800" kern="0" dirty="0">
                <a:solidFill>
                  <a:srgbClr val="C00000"/>
                </a:solidFill>
                <a:latin typeface="微软雅黑" panose="020B0503020204020204" pitchFamily="34" charset="-122"/>
                <a:ea typeface="微软雅黑" panose="020B0503020204020204" pitchFamily="34" charset="-122"/>
              </a:rPr>
              <a:t>-</a:t>
            </a:r>
            <a:r>
              <a:rPr lang="zh-CN" altLang="en-US" sz="2800" kern="0" dirty="0">
                <a:solidFill>
                  <a:srgbClr val="C00000"/>
                </a:solidFill>
                <a:latin typeface="微软雅黑" panose="020B0503020204020204" pitchFamily="34" charset="-122"/>
                <a:ea typeface="微软雅黑" panose="020B0503020204020204" pitchFamily="34" charset="-122"/>
              </a:rPr>
              <a:t>执行器（执行算子</a:t>
            </a:r>
            <a:r>
              <a:rPr lang="en-US" altLang="zh-CN" sz="2800" kern="0" dirty="0">
                <a:solidFill>
                  <a:srgbClr val="C00000"/>
                </a:solidFill>
                <a:latin typeface="微软雅黑" panose="020B0503020204020204" pitchFamily="34" charset="-122"/>
                <a:ea typeface="微软雅黑" panose="020B0503020204020204" pitchFamily="34" charset="-122"/>
              </a:rPr>
              <a:t>-PBE</a:t>
            </a:r>
            <a:r>
              <a:rPr lang="zh-CN" altLang="en-US" sz="2800" kern="0" dirty="0">
                <a:solidFill>
                  <a:srgbClr val="C00000"/>
                </a:solidFill>
                <a:latin typeface="微软雅黑" panose="020B0503020204020204" pitchFamily="34" charset="-122"/>
                <a:ea typeface="微软雅黑" panose="020B0503020204020204" pitchFamily="34" charset="-122"/>
              </a:rPr>
              <a:t>）</a:t>
            </a:r>
          </a:p>
        </p:txBody>
      </p:sp>
      <p:sp>
        <p:nvSpPr>
          <p:cNvPr id="2" name="文本框 1">
            <a:extLst>
              <a:ext uri="{FF2B5EF4-FFF2-40B4-BE49-F238E27FC236}">
                <a16:creationId xmlns:a16="http://schemas.microsoft.com/office/drawing/2014/main" id="{377EE1E3-9DE1-A780-2DF2-1B131158D5E7}"/>
              </a:ext>
            </a:extLst>
          </p:cNvPr>
          <p:cNvSpPr txBox="1"/>
          <p:nvPr/>
        </p:nvSpPr>
        <p:spPr>
          <a:xfrm>
            <a:off x="525438" y="4299045"/>
            <a:ext cx="3384646" cy="400110"/>
          </a:xfrm>
          <a:prstGeom prst="rect">
            <a:avLst/>
          </a:prstGeom>
          <a:noFill/>
        </p:spPr>
        <p:txBody>
          <a:bodyPr wrap="square" rtlCol="0">
            <a:spAutoFit/>
          </a:bodyPr>
          <a:lstStyle/>
          <a:p>
            <a:pPr marL="285750" indent="-285750">
              <a:buFont typeface="Wingdings" panose="05000000000000000000" pitchFamily="2" charset="2"/>
              <a:buChar char="l"/>
            </a:pPr>
            <a:r>
              <a:rPr lang="en-US" altLang="zh-CN" sz="2000" b="1" dirty="0" err="1"/>
              <a:t>Cplan</a:t>
            </a:r>
            <a:r>
              <a:rPr lang="zh-CN" altLang="en-US" sz="2000" b="1" dirty="0"/>
              <a:t>和</a:t>
            </a:r>
            <a:r>
              <a:rPr lang="en-US" altLang="zh-CN" sz="2000" b="1" dirty="0" err="1"/>
              <a:t>Gplan</a:t>
            </a:r>
            <a:r>
              <a:rPr lang="zh-CN" altLang="en-US" sz="2000" b="1" dirty="0"/>
              <a:t>的优缺点</a:t>
            </a:r>
            <a:endParaRPr lang="en-US" altLang="zh-CN" sz="2000" b="1" dirty="0"/>
          </a:p>
        </p:txBody>
      </p:sp>
      <p:graphicFrame>
        <p:nvGraphicFramePr>
          <p:cNvPr id="3" name="表格 2">
            <a:extLst>
              <a:ext uri="{FF2B5EF4-FFF2-40B4-BE49-F238E27FC236}">
                <a16:creationId xmlns:a16="http://schemas.microsoft.com/office/drawing/2014/main" id="{6F66B61D-10F7-0AC4-7399-E9C64331CDDE}"/>
              </a:ext>
            </a:extLst>
          </p:cNvPr>
          <p:cNvGraphicFramePr>
            <a:graphicFrameLocks noGrp="1"/>
          </p:cNvGraphicFramePr>
          <p:nvPr>
            <p:extLst>
              <p:ext uri="{D42A27DB-BD31-4B8C-83A1-F6EECF244321}">
                <p14:modId xmlns:p14="http://schemas.microsoft.com/office/powerpoint/2010/main" val="74448930"/>
              </p:ext>
            </p:extLst>
          </p:nvPr>
        </p:nvGraphicFramePr>
        <p:xfrm>
          <a:off x="588469" y="4891821"/>
          <a:ext cx="12516966" cy="1872577"/>
        </p:xfrm>
        <a:graphic>
          <a:graphicData uri="http://schemas.openxmlformats.org/drawingml/2006/table">
            <a:tbl>
              <a:tblPr firstRow="1" bandRow="1">
                <a:tableStyleId>{5C22544A-7EE6-4342-B048-85BDC9FD1C3A}</a:tableStyleId>
              </a:tblPr>
              <a:tblGrid>
                <a:gridCol w="3011302">
                  <a:extLst>
                    <a:ext uri="{9D8B030D-6E8A-4147-A177-3AD203B41FA5}">
                      <a16:colId xmlns:a16="http://schemas.microsoft.com/office/drawing/2014/main" val="2873752997"/>
                    </a:ext>
                  </a:extLst>
                </a:gridCol>
                <a:gridCol w="4701654">
                  <a:extLst>
                    <a:ext uri="{9D8B030D-6E8A-4147-A177-3AD203B41FA5}">
                      <a16:colId xmlns:a16="http://schemas.microsoft.com/office/drawing/2014/main" val="2846796051"/>
                    </a:ext>
                  </a:extLst>
                </a:gridCol>
                <a:gridCol w="4804010">
                  <a:extLst>
                    <a:ext uri="{9D8B030D-6E8A-4147-A177-3AD203B41FA5}">
                      <a16:colId xmlns:a16="http://schemas.microsoft.com/office/drawing/2014/main" val="3331497392"/>
                    </a:ext>
                  </a:extLst>
                </a:gridCol>
              </a:tblGrid>
              <a:tr h="470497">
                <a:tc>
                  <a:txBody>
                    <a:bodyPr/>
                    <a:lstStyle/>
                    <a:p>
                      <a:pPr algn="ctr"/>
                      <a:endParaRPr lang="zh-CN" altLang="en-US" sz="2000" dirty="0">
                        <a:solidFill>
                          <a:schemeClr val="tx1"/>
                        </a:solidFill>
                        <a:latin typeface="微软雅黑" panose="020B0503020204020204" pitchFamily="34" charset="-122"/>
                        <a:ea typeface="微软雅黑" panose="020B0503020204020204" pitchFamily="34" charset="-122"/>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优点</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缺点</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99706467"/>
                  </a:ext>
                </a:extLst>
              </a:tr>
              <a:tr h="621599">
                <a:tc>
                  <a:txBody>
                    <a:bodyPr/>
                    <a:lstStyle/>
                    <a:p>
                      <a:r>
                        <a:rPr lang="en-US" altLang="zh-CN" sz="2000" dirty="0"/>
                        <a:t>Custom plan</a:t>
                      </a:r>
                      <a:endParaRPr lang="zh-CN" altLang="en-US" sz="20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zh-CN" altLang="en-US" sz="2000" dirty="0"/>
                        <a:t>通过实际参数进行代价估算，生成执行计划准确</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zh-CN" altLang="en-US" sz="2000" dirty="0"/>
                        <a:t>每次执行</a:t>
                      </a:r>
                      <a:r>
                        <a:rPr lang="en-US" altLang="zh-CN" sz="2000" dirty="0"/>
                        <a:t>B</a:t>
                      </a:r>
                      <a:r>
                        <a:rPr lang="zh-CN" altLang="en-US" sz="2000" dirty="0"/>
                        <a:t>报文都需要重新生成计划</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9681328"/>
                  </a:ext>
                </a:extLst>
              </a:tr>
              <a:tr h="621599">
                <a:tc>
                  <a:txBody>
                    <a:bodyPr/>
                    <a:lstStyle/>
                    <a:p>
                      <a:r>
                        <a:rPr lang="en-US" altLang="zh-CN" sz="2000" dirty="0"/>
                        <a:t>Generic plan</a:t>
                      </a:r>
                      <a:endParaRPr lang="zh-CN" altLang="en-US" sz="20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zh-CN" altLang="en-US" sz="2000" dirty="0"/>
                        <a:t>每次执行同一个</a:t>
                      </a:r>
                      <a:r>
                        <a:rPr lang="en-US" altLang="zh-CN" sz="2000" dirty="0"/>
                        <a:t>P</a:t>
                      </a:r>
                      <a:r>
                        <a:rPr lang="zh-CN" altLang="en-US" sz="2000" dirty="0"/>
                        <a:t>报文时，可以服用执行计划，无需重新生成</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zh-CN" altLang="en-US" sz="2000" dirty="0"/>
                        <a:t>通过估算的形式进行代价分析，生成的计划可能不够准确</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79615215"/>
                  </a:ext>
                </a:extLst>
              </a:tr>
            </a:tbl>
          </a:graphicData>
        </a:graphic>
      </p:graphicFrame>
      <p:sp>
        <p:nvSpPr>
          <p:cNvPr id="5" name="文本框 4">
            <a:extLst>
              <a:ext uri="{FF2B5EF4-FFF2-40B4-BE49-F238E27FC236}">
                <a16:creationId xmlns:a16="http://schemas.microsoft.com/office/drawing/2014/main" id="{FF3A49EA-8975-B292-AD51-A5BFA4D4270D}"/>
              </a:ext>
            </a:extLst>
          </p:cNvPr>
          <p:cNvSpPr txBox="1"/>
          <p:nvPr/>
        </p:nvSpPr>
        <p:spPr>
          <a:xfrm>
            <a:off x="588469" y="1296537"/>
            <a:ext cx="10800588" cy="3708708"/>
          </a:xfrm>
          <a:prstGeom prst="rect">
            <a:avLst/>
          </a:prstGeom>
          <a:noFill/>
        </p:spPr>
        <p:txBody>
          <a:bodyPr wrap="square" rtlCol="0">
            <a:spAutoFit/>
          </a:bodyPr>
          <a:lstStyle/>
          <a:p>
            <a:pPr marL="285750" indent="-285750">
              <a:buFont typeface="Wingdings" panose="05000000000000000000" pitchFamily="2" charset="2"/>
              <a:buChar char="l"/>
            </a:pPr>
            <a:r>
              <a:rPr lang="en-US" altLang="zh-CN" b="1" dirty="0" err="1"/>
              <a:t>Cplan</a:t>
            </a:r>
            <a:r>
              <a:rPr lang="zh-CN" altLang="en-US" b="1" dirty="0"/>
              <a:t>和</a:t>
            </a:r>
            <a:r>
              <a:rPr lang="en-US" altLang="zh-CN" b="1" dirty="0" err="1"/>
              <a:t>Gplan</a:t>
            </a:r>
            <a:r>
              <a:rPr lang="zh-CN" altLang="en-US" b="1" dirty="0"/>
              <a:t>的参数设置</a:t>
            </a:r>
            <a:endParaRPr lang="en-US" altLang="zh-CN" b="1" dirty="0"/>
          </a:p>
          <a:p>
            <a:endParaRPr lang="en-US" altLang="zh-CN" dirty="0"/>
          </a:p>
          <a:p>
            <a:pPr marL="285750" indent="-285750">
              <a:lnSpc>
                <a:spcPct val="150000"/>
              </a:lnSpc>
              <a:buFont typeface="Wingdings" panose="05000000000000000000" pitchFamily="2" charset="2"/>
              <a:buChar char="Ø"/>
            </a:pPr>
            <a:r>
              <a:rPr lang="zh-CN" altLang="en-US" dirty="0"/>
              <a:t>通过</a:t>
            </a:r>
            <a:r>
              <a:rPr lang="en-US" altLang="zh-CN" dirty="0"/>
              <a:t>GUC</a:t>
            </a:r>
            <a:r>
              <a:rPr lang="zh-CN" altLang="en-US" dirty="0"/>
              <a:t>参数设置，强制生成</a:t>
            </a:r>
            <a:r>
              <a:rPr lang="en-US" altLang="zh-CN" dirty="0" err="1"/>
              <a:t>Cplan</a:t>
            </a:r>
            <a:r>
              <a:rPr lang="zh-CN" altLang="en-US" dirty="0"/>
              <a:t>或者</a:t>
            </a:r>
            <a:r>
              <a:rPr lang="en-US" altLang="zh-CN" dirty="0" err="1"/>
              <a:t>Gplan</a:t>
            </a:r>
            <a:endParaRPr lang="en-US" altLang="zh-CN" dirty="0"/>
          </a:p>
          <a:p>
            <a:pPr>
              <a:lnSpc>
                <a:spcPct val="150000"/>
              </a:lnSpc>
            </a:pPr>
            <a:r>
              <a:rPr lang="zh-CN" altLang="en-US" dirty="0"/>
              <a:t>参数</a:t>
            </a:r>
            <a:r>
              <a:rPr lang="en-US" altLang="zh-CN" dirty="0" err="1"/>
              <a:t>plan_cache_mode</a:t>
            </a:r>
            <a:r>
              <a:rPr lang="zh-CN" altLang="en-US" dirty="0"/>
              <a:t>，只对</a:t>
            </a:r>
            <a:r>
              <a:rPr lang="en-US" altLang="zh-CN" dirty="0"/>
              <a:t>prepare</a:t>
            </a:r>
            <a:r>
              <a:rPr lang="zh-CN" altLang="en-US" dirty="0"/>
              <a:t>语句生效。枚举值 </a:t>
            </a:r>
            <a:r>
              <a:rPr lang="en-US" altLang="zh-CN" dirty="0"/>
              <a:t>auto</a:t>
            </a:r>
            <a:r>
              <a:rPr lang="zh-CN" altLang="en-US" dirty="0"/>
              <a:t>、</a:t>
            </a:r>
            <a:r>
              <a:rPr lang="en-US" altLang="zh-CN" dirty="0" err="1"/>
              <a:t>force_generic_plan</a:t>
            </a:r>
            <a:r>
              <a:rPr lang="zh-CN" altLang="en-US" dirty="0"/>
              <a:t>、</a:t>
            </a:r>
            <a:r>
              <a:rPr lang="en-US" altLang="zh-CN" dirty="0" err="1"/>
              <a:t>force_custom_plan</a:t>
            </a:r>
            <a:r>
              <a:rPr lang="zh-CN" altLang="en-US" dirty="0"/>
              <a:t>。</a:t>
            </a:r>
            <a:endParaRPr lang="en-US" altLang="zh-CN" dirty="0"/>
          </a:p>
          <a:p>
            <a:pPr>
              <a:lnSpc>
                <a:spcPct val="150000"/>
              </a:lnSpc>
            </a:pPr>
            <a:endParaRPr lang="en-US" altLang="zh-CN" dirty="0"/>
          </a:p>
          <a:p>
            <a:pPr marL="285750" indent="-285750">
              <a:lnSpc>
                <a:spcPct val="150000"/>
              </a:lnSpc>
              <a:buFont typeface="Wingdings" panose="05000000000000000000" pitchFamily="2" charset="2"/>
              <a:buChar char="Ø"/>
            </a:pPr>
            <a:r>
              <a:rPr lang="zh-CN" altLang="en-US" dirty="0"/>
              <a:t>通过设置</a:t>
            </a:r>
            <a:r>
              <a:rPr lang="en-US" altLang="zh-CN" dirty="0"/>
              <a:t>hint</a:t>
            </a:r>
            <a:r>
              <a:rPr lang="zh-CN" altLang="en-US" dirty="0"/>
              <a:t>，强制生成</a:t>
            </a:r>
            <a:r>
              <a:rPr lang="en-US" altLang="zh-CN" dirty="0" err="1"/>
              <a:t>Cplan</a:t>
            </a:r>
            <a:r>
              <a:rPr lang="zh-CN" altLang="en-US" dirty="0"/>
              <a:t>或者</a:t>
            </a:r>
            <a:r>
              <a:rPr lang="en-US" altLang="zh-CN" dirty="0" err="1"/>
              <a:t>Gplan</a:t>
            </a:r>
            <a:endParaRPr lang="en-US" altLang="zh-CN" dirty="0"/>
          </a:p>
          <a:p>
            <a:pPr>
              <a:lnSpc>
                <a:spcPct val="150000"/>
              </a:lnSpc>
            </a:pPr>
            <a:r>
              <a:rPr lang="en-US" altLang="zh-CN" sz="1600" dirty="0">
                <a:latin typeface="Arial" panose="020B0604020202020204" pitchFamily="34" charset="0"/>
              </a:rPr>
              <a:t>prepare p </a:t>
            </a:r>
            <a:r>
              <a:rPr lang="zh-CN" altLang="zh-CN" sz="1600" dirty="0">
                <a:latin typeface="Arial" panose="020B0604020202020204" pitchFamily="34" charset="0"/>
              </a:rPr>
              <a:t>as select /*+ </a:t>
            </a:r>
            <a:r>
              <a:rPr lang="en-US" altLang="zh-CN" sz="1600" dirty="0" err="1">
                <a:latin typeface="Arial" panose="020B0604020202020204" pitchFamily="34" charset="0"/>
              </a:rPr>
              <a:t>use_gplan</a:t>
            </a:r>
            <a:r>
              <a:rPr lang="en-US" altLang="zh-CN" sz="1600" dirty="0">
                <a:latin typeface="Arial" panose="020B0604020202020204" pitchFamily="34" charset="0"/>
              </a:rPr>
              <a:t> </a:t>
            </a:r>
            <a:r>
              <a:rPr lang="zh-CN" altLang="zh-CN" sz="1600" dirty="0">
                <a:latin typeface="Arial" panose="020B0604020202020204" pitchFamily="34" charset="0"/>
              </a:rPr>
              <a:t>*/ *</a:t>
            </a:r>
            <a:r>
              <a:rPr lang="zh-CN" altLang="zh-CN" sz="500" dirty="0"/>
              <a:t> </a:t>
            </a:r>
            <a:r>
              <a:rPr lang="zh-CN" altLang="zh-CN" sz="1600" dirty="0">
                <a:latin typeface="Arial" panose="020B0604020202020204" pitchFamily="34" charset="0"/>
              </a:rPr>
              <a:t>from </a:t>
            </a:r>
            <a:r>
              <a:rPr lang="zh-CN" altLang="zh-CN" sz="1100" dirty="0">
                <a:latin typeface="Arial" panose="020B0604020202020204" pitchFamily="34" charset="0"/>
              </a:rPr>
              <a:t>t</a:t>
            </a:r>
            <a:r>
              <a:rPr lang="zh-CN" altLang="zh-CN" sz="500" dirty="0"/>
              <a:t> </a:t>
            </a:r>
            <a:r>
              <a:rPr lang="zh-CN" altLang="zh-CN" sz="1600" dirty="0">
                <a:latin typeface="Arial" panose="020B0604020202020204" pitchFamily="34" charset="0"/>
              </a:rPr>
              <a:t>where </a:t>
            </a:r>
            <a:r>
              <a:rPr lang="zh-CN" altLang="zh-CN" sz="1100" dirty="0">
                <a:latin typeface="Arial" panose="020B0604020202020204" pitchFamily="34" charset="0"/>
              </a:rPr>
              <a:t>a</a:t>
            </a:r>
            <a:r>
              <a:rPr lang="zh-CN" altLang="zh-CN" sz="500" dirty="0"/>
              <a:t> </a:t>
            </a:r>
            <a:r>
              <a:rPr lang="zh-CN" altLang="zh-CN" sz="1600" dirty="0">
                <a:latin typeface="Arial" panose="020B0604020202020204" pitchFamily="34" charset="0"/>
              </a:rPr>
              <a:t>=</a:t>
            </a:r>
            <a:r>
              <a:rPr lang="zh-CN" altLang="zh-CN" sz="500" dirty="0"/>
              <a:t> </a:t>
            </a:r>
            <a:r>
              <a:rPr lang="zh-CN" altLang="zh-CN" sz="1600" dirty="0">
                <a:latin typeface="Arial" panose="020B0604020202020204" pitchFamily="34" charset="0"/>
              </a:rPr>
              <a:t>$1; </a:t>
            </a:r>
            <a:endParaRPr lang="en-US" altLang="zh-CN" sz="1600" dirty="0">
              <a:latin typeface="Arial" panose="020B0604020202020204" pitchFamily="34" charset="0"/>
            </a:endParaRPr>
          </a:p>
          <a:p>
            <a:pPr>
              <a:lnSpc>
                <a:spcPct val="150000"/>
              </a:lnSpc>
            </a:pPr>
            <a:r>
              <a:rPr lang="en-US" altLang="zh-CN" sz="1600" dirty="0">
                <a:latin typeface="Arial" panose="020B0604020202020204" pitchFamily="34" charset="0"/>
              </a:rPr>
              <a:t>Execute p(1);</a:t>
            </a:r>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2349360121"/>
      </p:ext>
    </p:extLst>
  </p:cSld>
  <p:clrMapOvr>
    <a:masterClrMapping/>
  </p:clrMapOvr>
  <p:transition advClick="0" advTm="8000">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04B68-FF44-D17D-3694-9C5DAD3F036A}"/>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AE8FEB10-FF07-D265-3B3E-8BAB2DD8D9A6}"/>
              </a:ext>
            </a:extLst>
          </p:cNvPr>
          <p:cNvSpPr txBox="1">
            <a:spLocks/>
          </p:cNvSpPr>
          <p:nvPr/>
        </p:nvSpPr>
        <p:spPr bwMode="auto">
          <a:xfrm>
            <a:off x="588469" y="236590"/>
            <a:ext cx="9647742" cy="75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noAutofit/>
          </a:bodyPr>
          <a:lstStyle>
            <a:lvl1pPr marL="0" marR="0" indent="0" algn="l" defTabSz="1438910" rtl="0" eaLnBrk="1" fontAlgn="auto" latinLnBrk="0" hangingPunct="1">
              <a:lnSpc>
                <a:spcPct val="100000"/>
              </a:lnSpc>
              <a:spcBef>
                <a:spcPct val="0"/>
              </a:spcBef>
              <a:spcAft>
                <a:spcPts val="0"/>
              </a:spcAft>
              <a:buClrTx/>
              <a:buSzTx/>
              <a:buFontTx/>
              <a:buNone/>
              <a:defRPr sz="3775" b="0">
                <a:solidFill>
                  <a:schemeClr val="tx1">
                    <a:lumMod val="75000"/>
                    <a:lumOff val="25000"/>
                  </a:schemeClr>
                </a:solidFill>
                <a:latin typeface="+mj-ea"/>
                <a:ea typeface="+mj-ea"/>
                <a:cs typeface="Arial" panose="020B0604020202020204" pitchFamily="34" charset="0"/>
              </a:defRPr>
            </a:lvl1pPr>
            <a:lvl2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2pPr>
            <a:lvl3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3pPr>
            <a:lvl4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4pPr>
            <a:lvl5pPr algn="l" rtl="0" eaLnBrk="0" fontAlgn="base" hangingPunct="0">
              <a:spcBef>
                <a:spcPct val="0"/>
              </a:spcBef>
              <a:spcAft>
                <a:spcPct val="0"/>
              </a:spcAft>
              <a:defRPr sz="5040" b="1">
                <a:solidFill>
                  <a:srgbClr val="990000"/>
                </a:solidFill>
                <a:latin typeface="黑体" panose="02010609060101010101" pitchFamily="49" charset="-122"/>
                <a:ea typeface="黑体" panose="02010609060101010101" pitchFamily="49" charset="-122"/>
                <a:cs typeface="宋体" panose="02010600030101010101" pitchFamily="2" charset="-122"/>
              </a:defRPr>
            </a:lvl5pPr>
            <a:lvl6pPr marL="720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6pPr>
            <a:lvl7pPr marL="143954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7pPr>
            <a:lvl8pPr marL="2159635"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8pPr>
            <a:lvl9pPr marL="2879090" algn="l" rtl="0" eaLnBrk="1" fontAlgn="base" hangingPunct="1">
              <a:spcBef>
                <a:spcPct val="0"/>
              </a:spcBef>
              <a:spcAft>
                <a:spcPct val="0"/>
              </a:spcAft>
              <a:defRPr sz="5040" b="1">
                <a:solidFill>
                  <a:srgbClr val="990000"/>
                </a:solidFill>
                <a:latin typeface="FrutigerNext LT Medium" pitchFamily="34" charset="0"/>
                <a:ea typeface="华文细黑" pitchFamily="2" charset="-122"/>
                <a:cs typeface="宋体" panose="02010600030101010101" pitchFamily="2" charset="-122"/>
              </a:defRPr>
            </a:lvl9pPr>
          </a:lstStyle>
          <a:p>
            <a:r>
              <a:rPr lang="zh-CN" altLang="en-US" sz="2800" kern="0" dirty="0">
                <a:solidFill>
                  <a:srgbClr val="C00000"/>
                </a:solidFill>
                <a:latin typeface="微软雅黑" panose="020B0503020204020204" pitchFamily="34" charset="-122"/>
                <a:ea typeface="微软雅黑" panose="020B0503020204020204" pitchFamily="34" charset="-122"/>
              </a:rPr>
              <a:t>问题</a:t>
            </a:r>
          </a:p>
        </p:txBody>
      </p:sp>
      <p:sp>
        <p:nvSpPr>
          <p:cNvPr id="6" name="文本框 5">
            <a:extLst>
              <a:ext uri="{FF2B5EF4-FFF2-40B4-BE49-F238E27FC236}">
                <a16:creationId xmlns:a16="http://schemas.microsoft.com/office/drawing/2014/main" id="{923F70C2-D125-954A-7731-DA99310AF812}"/>
              </a:ext>
            </a:extLst>
          </p:cNvPr>
          <p:cNvSpPr txBox="1"/>
          <p:nvPr/>
        </p:nvSpPr>
        <p:spPr>
          <a:xfrm>
            <a:off x="1453487" y="1671851"/>
            <a:ext cx="10037928" cy="2111988"/>
          </a:xfrm>
          <a:prstGeom prst="rect">
            <a:avLst/>
          </a:prstGeom>
          <a:noFill/>
        </p:spPr>
        <p:txBody>
          <a:bodyPr wrap="square" rtlCol="0">
            <a:spAutoFit/>
          </a:bodyPr>
          <a:lstStyle/>
          <a:p>
            <a:pPr>
              <a:lnSpc>
                <a:spcPct val="200000"/>
              </a:lnSpc>
            </a:pPr>
            <a:r>
              <a:rPr lang="en-US" altLang="zh-CN" dirty="0"/>
              <a:t>1</a:t>
            </a:r>
            <a:r>
              <a:rPr lang="zh-CN" altLang="en-US" dirty="0"/>
              <a:t>、分布式执行计划</a:t>
            </a:r>
            <a:r>
              <a:rPr lang="en-US" altLang="zh-CN" dirty="0"/>
              <a:t>stream</a:t>
            </a:r>
            <a:r>
              <a:rPr lang="zh-CN" altLang="en-US" dirty="0"/>
              <a:t>框架有哪三种</a:t>
            </a:r>
            <a:r>
              <a:rPr lang="en-US" altLang="zh-CN" dirty="0"/>
              <a:t>stream</a:t>
            </a:r>
            <a:r>
              <a:rPr lang="zh-CN" altLang="en-US" dirty="0"/>
              <a:t>执行算子？</a:t>
            </a:r>
            <a:endParaRPr lang="en-US" altLang="zh-CN" dirty="0"/>
          </a:p>
          <a:p>
            <a:pPr>
              <a:lnSpc>
                <a:spcPct val="200000"/>
              </a:lnSpc>
            </a:pPr>
            <a:r>
              <a:rPr lang="en-US" altLang="zh-CN" dirty="0"/>
              <a:t>Gather </a:t>
            </a:r>
            <a:r>
              <a:rPr lang="zh-CN" altLang="en-US" dirty="0"/>
              <a:t>、</a:t>
            </a:r>
            <a:r>
              <a:rPr lang="en-US" altLang="zh-CN" dirty="0"/>
              <a:t>Broadcast</a:t>
            </a:r>
            <a:r>
              <a:rPr lang="zh-CN" altLang="en-US" dirty="0"/>
              <a:t>、 </a:t>
            </a:r>
            <a:r>
              <a:rPr lang="en-US" altLang="zh-CN" dirty="0" err="1"/>
              <a:t>Restribute</a:t>
            </a:r>
            <a:endParaRPr lang="en-US" altLang="zh-CN" dirty="0"/>
          </a:p>
          <a:p>
            <a:pPr>
              <a:lnSpc>
                <a:spcPct val="200000"/>
              </a:lnSpc>
            </a:pPr>
            <a:r>
              <a:rPr lang="en-US" altLang="zh-CN" dirty="0"/>
              <a:t>2</a:t>
            </a:r>
            <a:r>
              <a:rPr lang="zh-CN" altLang="en-US" dirty="0"/>
              <a:t>、分布式执行计划表连接有哪三种方式？</a:t>
            </a:r>
            <a:endParaRPr lang="en-US" altLang="zh-CN" dirty="0"/>
          </a:p>
          <a:p>
            <a:pPr>
              <a:lnSpc>
                <a:spcPct val="200000"/>
              </a:lnSpc>
            </a:pPr>
            <a:r>
              <a:rPr lang="en-US" altLang="zh-CN" dirty="0" err="1"/>
              <a:t>NestLoop</a:t>
            </a:r>
            <a:r>
              <a:rPr lang="zh-CN" altLang="en-US" dirty="0"/>
              <a:t>、</a:t>
            </a:r>
            <a:r>
              <a:rPr lang="en-US" altLang="zh-CN" dirty="0" err="1"/>
              <a:t>HashJoin</a:t>
            </a:r>
            <a:r>
              <a:rPr lang="zh-CN" altLang="en-US" dirty="0"/>
              <a:t>、</a:t>
            </a:r>
            <a:r>
              <a:rPr lang="en-US" altLang="zh-CN" dirty="0" err="1"/>
              <a:t>MergeJoin</a:t>
            </a:r>
            <a:endParaRPr lang="zh-CN" altLang="en-US" dirty="0"/>
          </a:p>
        </p:txBody>
      </p:sp>
    </p:spTree>
    <p:extLst>
      <p:ext uri="{BB962C8B-B14F-4D97-AF65-F5344CB8AC3E}">
        <p14:creationId xmlns:p14="http://schemas.microsoft.com/office/powerpoint/2010/main" val="634371382"/>
      </p:ext>
    </p:extLst>
  </p:cSld>
  <p:clrMapOvr>
    <a:masterClrMapping/>
  </p:clrMapOvr>
  <p:transition advClick="0" advTm="8000">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文本框 75"/>
          <p:cNvSpPr txBox="1"/>
          <p:nvPr/>
        </p:nvSpPr>
        <p:spPr>
          <a:xfrm>
            <a:off x="5321300" y="3060700"/>
            <a:ext cx="2313940" cy="1323439"/>
          </a:xfrm>
          <a:prstGeom prst="rect">
            <a:avLst/>
          </a:prstGeom>
          <a:noFill/>
        </p:spPr>
        <p:txBody>
          <a:bodyPr wrap="square" rtlCol="0">
            <a:spAutoFit/>
          </a:bodyPr>
          <a:lstStyle/>
          <a:p>
            <a:r>
              <a:rPr lang="zh-CN" altLang="en-US" sz="8000" dirty="0">
                <a:solidFill>
                  <a:srgbClr val="C00000"/>
                </a:solidFill>
                <a:latin typeface="黑体" panose="02010609060101010101" pitchFamily="49" charset="-122"/>
                <a:ea typeface="黑体" panose="02010609060101010101" pitchFamily="49" charset="-122"/>
              </a:rPr>
              <a:t>谢谢</a:t>
            </a:r>
            <a:endParaRPr lang="en-US" sz="8000"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bg1">
              <a:lumMod val="65000"/>
            </a:schemeClr>
          </a:solidFill>
        </a:ln>
      </a:spPr>
      <a:bodyPr rtlCol="0" anchor="ctr"/>
      <a:lstStyle>
        <a:defPPr algn="ctr">
          <a:defRPr sz="1200" dirty="0" smtClean="0">
            <a:solidFill>
              <a:schemeClr val="tx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8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spPr>
      <a:bodyPr vert="horz" wrap="squar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3_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封面页_图片版 ">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3200"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10941</TotalTime>
  <Words>4670</Words>
  <Application>Microsoft Office PowerPoint</Application>
  <PresentationFormat>自定义</PresentationFormat>
  <Paragraphs>438</Paragraphs>
  <Slides>39</Slides>
  <Notes>7</Notes>
  <HiddenSlides>0</HiddenSlides>
  <MMClips>0</MMClips>
  <ScaleCrop>false</ScaleCrop>
  <HeadingPairs>
    <vt:vector size="6" baseType="variant">
      <vt:variant>
        <vt:lpstr>已用的字体</vt:lpstr>
      </vt:variant>
      <vt:variant>
        <vt:i4>13</vt:i4>
      </vt:variant>
      <vt:variant>
        <vt:lpstr>主题</vt:lpstr>
      </vt:variant>
      <vt:variant>
        <vt:i4>6</vt:i4>
      </vt:variant>
      <vt:variant>
        <vt:lpstr>幻灯片标题</vt:lpstr>
      </vt:variant>
      <vt:variant>
        <vt:i4>39</vt:i4>
      </vt:variant>
    </vt:vector>
  </HeadingPairs>
  <TitlesOfParts>
    <vt:vector size="58" baseType="lpstr">
      <vt:lpstr>FrutigerNext LT Bold</vt:lpstr>
      <vt:lpstr>FrutigerNext LT Light</vt:lpstr>
      <vt:lpstr>FrutigerNext LT Medium</vt:lpstr>
      <vt:lpstr>等线</vt:lpstr>
      <vt:lpstr>等线 Light</vt:lpstr>
      <vt:lpstr>黑体</vt:lpstr>
      <vt:lpstr>宋体</vt:lpstr>
      <vt:lpstr>微软雅黑</vt:lpstr>
      <vt:lpstr>Arial</vt:lpstr>
      <vt:lpstr>Calibri</vt:lpstr>
      <vt:lpstr>Calibri Light</vt:lpstr>
      <vt:lpstr>Impact</vt:lpstr>
      <vt:lpstr>Wingdings</vt:lpstr>
      <vt:lpstr>Office 主题</vt:lpstr>
      <vt:lpstr>11_主题1</vt:lpstr>
      <vt:lpstr>18_主题1</vt:lpstr>
      <vt:lpstr>自定义设计方案</vt:lpstr>
      <vt:lpstr>13_内容Copytext </vt:lpstr>
      <vt:lpstr>封面页_图片版 </vt:lpstr>
      <vt:lpstr> GaussDB sql执行原理  </vt:lpstr>
      <vt:lpstr>PowerPoint 演示文稿</vt:lpstr>
      <vt:lpstr>集中式系统架构</vt:lpstr>
      <vt:lpstr>分布式系统架构</vt:lpstr>
      <vt:lpstr>GaussDB SQL执行概览</vt:lpstr>
      <vt:lpstr>SQL引擎</vt:lpstr>
      <vt:lpstr>SQL引擎-解析器</vt:lpstr>
      <vt:lpstr>SQL引擎-解析器（词法分析）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_x000b_GaussDB 运维分享  </dc:title>
  <dc:creator>xuyousong 00216008</dc:creator>
  <cp:lastModifiedBy>鹏 王</cp:lastModifiedBy>
  <cp:revision>42</cp:revision>
  <dcterms:created xsi:type="dcterms:W3CDTF">2025-04-09T11:45:00Z</dcterms:created>
  <dcterms:modified xsi:type="dcterms:W3CDTF">2025-12-17T07:06:06Z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(3)QCu6dsvqLwZ3zQIkiuT/q3OMDQQmFZW2cnIqMS+XAeQRNRYMAvt1bEhG+TJ9g1RM727gwLiL
hAFFlKUAJsARt6xAIhXpDJEkvV+hCDsNmnRjvqkwjyGL+NYtgfDEXiNhBbMbU4Q6BQQIn187
KcrOYNZurixmunen3oZjv/plvvWoYtSAkdo6xPfFJfkPt1aJlQCGua4/3zji0+Lq6X1APVPV
UlyJMzHMy1oB7I7dXE</vt:lpwstr>
  </property>
  <property fmtid="{D5CDD505-2E9C-101B-9397-08002B2CF9AE}" pid="3" name="_2015_ms_pID_7253431">
    <vt:lpwstr>JOStvtdbB5zZoqHNq4ffl55CHnx0qrc5YEghSJsfvSDGXW83gMPHNO
AN4CN0j89CNJmsl/aRUBej/yTdrOj0hYLaSIO1SoB3X9OvznZQ/Tgv0FpXYdnZvNPahfE0J1
NxqAQ/S1f84pG6UJiDPC10NhI5yDNYNrAU+lSRUxexpHWPDi6p5BQ9yHwUgbkPcETWFouNbP
64ATYuK3+iJ7mqUOJn+T40FRolqPm6K68+UA</vt:lpwstr>
  </property>
  <property fmtid="{D5CDD505-2E9C-101B-9397-08002B2CF9AE}" pid="4" name="_2015_ms_pID_7253432">
    <vt:lpwstr>/cZ/MLEyGzkEct/nfQGmGMY=</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1660959732</vt:lpwstr>
  </property>
  <property fmtid="{D5CDD505-2E9C-101B-9397-08002B2CF9AE}" pid="9" name="ICV">
    <vt:lpwstr/>
  </property>
  <property fmtid="{D5CDD505-2E9C-101B-9397-08002B2CF9AE}" pid="10" name="KSOProductBuildVer">
    <vt:lpwstr>2052-12.1.0.20784</vt:lpwstr>
  </property>
</Properties>
</file>